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0" r:id="rId5"/>
    <p:sldMasterId id="2147483661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y="5143500" cx="9144000"/>
  <p:notesSz cx="6858000" cy="9144000"/>
  <p:embeddedFontLst>
    <p:embeddedFont>
      <p:font typeface="JetBrains Mono"/>
      <p:regular r:id="rId22"/>
      <p:bold r:id="rId23"/>
      <p:italic r:id="rId24"/>
      <p:boldItalic r:id="rId25"/>
    </p:embeddedFont>
    <p:embeddedFont>
      <p:font typeface="Space Grotesk"/>
      <p:regular r:id="rId26"/>
      <p:bold r:id="rId2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6F9704C9-9CEB-4997-95AD-E26AED909CF5}">
  <a:tblStyle styleId="{6F9704C9-9CEB-4997-95AD-E26AED909CF5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3.xml"/><Relationship Id="rId22" Type="http://schemas.openxmlformats.org/officeDocument/2006/relationships/font" Target="fonts/JetBrainsMono-regular.fntdata"/><Relationship Id="rId21" Type="http://schemas.openxmlformats.org/officeDocument/2006/relationships/slide" Target="slides/slide14.xml"/><Relationship Id="rId24" Type="http://schemas.openxmlformats.org/officeDocument/2006/relationships/font" Target="fonts/JetBrainsMono-italic.fntdata"/><Relationship Id="rId23" Type="http://schemas.openxmlformats.org/officeDocument/2006/relationships/font" Target="fonts/JetBrainsMono-bold.fntdata"/><Relationship Id="rId1" Type="http://schemas.openxmlformats.org/officeDocument/2006/relationships/theme" Target="theme/theme3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2.xml"/><Relationship Id="rId26" Type="http://schemas.openxmlformats.org/officeDocument/2006/relationships/font" Target="fonts/SpaceGrotesk-regular.fntdata"/><Relationship Id="rId25" Type="http://schemas.openxmlformats.org/officeDocument/2006/relationships/font" Target="fonts/JetBrainsMono-boldItalic.fntdata"/><Relationship Id="rId27" Type="http://schemas.openxmlformats.org/officeDocument/2006/relationships/font" Target="fonts/SpaceGrotesk-bold.fntdata"/><Relationship Id="rId5" Type="http://schemas.openxmlformats.org/officeDocument/2006/relationships/slideMaster" Target="slideMasters/slideMaster1.xml"/><Relationship Id="rId6" Type="http://schemas.openxmlformats.org/officeDocument/2006/relationships/slideMaster" Target="slideMasters/slideMaster2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11" Type="http://schemas.openxmlformats.org/officeDocument/2006/relationships/slide" Target="slides/slide4.xml"/><Relationship Id="rId10" Type="http://schemas.openxmlformats.org/officeDocument/2006/relationships/slide" Target="slides/slide3.xml"/><Relationship Id="rId13" Type="http://schemas.openxmlformats.org/officeDocument/2006/relationships/slide" Target="slides/slide6.xml"/><Relationship Id="rId12" Type="http://schemas.openxmlformats.org/officeDocument/2006/relationships/slide" Target="slides/slide5.xml"/><Relationship Id="rId15" Type="http://schemas.openxmlformats.org/officeDocument/2006/relationships/slide" Target="slides/slide8.xml"/><Relationship Id="rId14" Type="http://schemas.openxmlformats.org/officeDocument/2006/relationships/slide" Target="slides/slide7.xml"/><Relationship Id="rId17" Type="http://schemas.openxmlformats.org/officeDocument/2006/relationships/slide" Target="slides/slide10.xml"/><Relationship Id="rId16" Type="http://schemas.openxmlformats.org/officeDocument/2006/relationships/slide" Target="slides/slide9.xml"/><Relationship Id="rId19" Type="http://schemas.openxmlformats.org/officeDocument/2006/relationships/slide" Target="slides/slide12.xml"/><Relationship Id="rId18" Type="http://schemas.openxmlformats.org/officeDocument/2006/relationships/slide" Target="slides/slide1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g3f57d7dc2c9_2_2:notes"/>
          <p:cNvSpPr/>
          <p:nvPr>
            <p:ph idx="2" type="sldImg"/>
          </p:nvPr>
        </p:nvSpPr>
        <p:spPr>
          <a:xfrm>
            <a:off x="685800" y="857250"/>
            <a:ext cx="54864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4" name="Google Shape;54;g3f57d7dc2c9_2_2:notes"/>
          <p:cNvSpPr txBox="1"/>
          <p:nvPr>
            <p:ph idx="1" type="body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g3f57d7dc2c9_2_2:notes"/>
          <p:cNvSpPr txBox="1"/>
          <p:nvPr>
            <p:ph idx="12" type="sldNum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3f57d7dc2c9_2_19:notes"/>
          <p:cNvSpPr/>
          <p:nvPr>
            <p:ph idx="2" type="sldImg"/>
          </p:nvPr>
        </p:nvSpPr>
        <p:spPr>
          <a:xfrm>
            <a:off x="685800" y="857250"/>
            <a:ext cx="54864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1" name="Google Shape;71;g3f57d7dc2c9_2_19:notes"/>
          <p:cNvSpPr txBox="1"/>
          <p:nvPr>
            <p:ph idx="1" type="body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g3f57d7dc2c9_2_19:notes"/>
          <p:cNvSpPr txBox="1"/>
          <p:nvPr>
            <p:ph idx="12" type="sldNum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3f57d7dc2c9_2_51:notes"/>
          <p:cNvSpPr/>
          <p:nvPr>
            <p:ph idx="2" type="sldImg"/>
          </p:nvPr>
        </p:nvSpPr>
        <p:spPr>
          <a:xfrm>
            <a:off x="685800" y="857250"/>
            <a:ext cx="54864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4" name="Google Shape;104;g3f57d7dc2c9_2_51:notes"/>
          <p:cNvSpPr txBox="1"/>
          <p:nvPr>
            <p:ph idx="1" type="body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g3f57d7dc2c9_2_51:notes"/>
          <p:cNvSpPr txBox="1"/>
          <p:nvPr>
            <p:ph idx="12" type="sldNum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f57d7dc2c9_2_68:notes"/>
          <p:cNvSpPr/>
          <p:nvPr>
            <p:ph idx="2" type="sldImg"/>
          </p:nvPr>
        </p:nvSpPr>
        <p:spPr>
          <a:xfrm>
            <a:off x="685800" y="857250"/>
            <a:ext cx="54864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2" name="Google Shape;122;g3f57d7dc2c9_2_68:notes"/>
          <p:cNvSpPr txBox="1"/>
          <p:nvPr>
            <p:ph idx="1" type="body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g3f57d7dc2c9_2_68:notes"/>
          <p:cNvSpPr txBox="1"/>
          <p:nvPr>
            <p:ph idx="12" type="sldNum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3f57d7dc2c9_2_80:notes"/>
          <p:cNvSpPr/>
          <p:nvPr>
            <p:ph idx="2" type="sldImg"/>
          </p:nvPr>
        </p:nvSpPr>
        <p:spPr>
          <a:xfrm>
            <a:off x="685800" y="857250"/>
            <a:ext cx="54864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5" name="Google Shape;135;g3f57d7dc2c9_2_80:notes"/>
          <p:cNvSpPr txBox="1"/>
          <p:nvPr>
            <p:ph idx="1" type="body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g3f57d7dc2c9_2_80:notes"/>
          <p:cNvSpPr txBox="1"/>
          <p:nvPr>
            <p:ph idx="12" type="sldNum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3f57d7dc2c9_2_100:notes"/>
          <p:cNvSpPr/>
          <p:nvPr>
            <p:ph idx="2" type="sldImg"/>
          </p:nvPr>
        </p:nvSpPr>
        <p:spPr>
          <a:xfrm>
            <a:off x="685800" y="857250"/>
            <a:ext cx="54864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6" name="Google Shape;156;g3f57d7dc2c9_2_100:notes"/>
          <p:cNvSpPr txBox="1"/>
          <p:nvPr>
            <p:ph idx="1" type="body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g3f57d7dc2c9_2_100:notes"/>
          <p:cNvSpPr txBox="1"/>
          <p:nvPr>
            <p:ph idx="12" type="sldNum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3f57d7dc2c9_2_111:notes"/>
          <p:cNvSpPr/>
          <p:nvPr>
            <p:ph idx="2" type="sldImg"/>
          </p:nvPr>
        </p:nvSpPr>
        <p:spPr>
          <a:xfrm>
            <a:off x="685800" y="857250"/>
            <a:ext cx="54864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8" name="Google Shape;168;g3f57d7dc2c9_2_111:notes"/>
          <p:cNvSpPr txBox="1"/>
          <p:nvPr>
            <p:ph idx="1" type="body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g3f57d7dc2c9_2_111:notes"/>
          <p:cNvSpPr txBox="1"/>
          <p:nvPr>
            <p:ph idx="12" type="sldNum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g3f57d7dc2c9_2_140:notes"/>
          <p:cNvSpPr/>
          <p:nvPr>
            <p:ph idx="2" type="sldImg"/>
          </p:nvPr>
        </p:nvSpPr>
        <p:spPr>
          <a:xfrm>
            <a:off x="685800" y="857250"/>
            <a:ext cx="54864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8" name="Google Shape;198;g3f57d7dc2c9_2_140:notes"/>
          <p:cNvSpPr txBox="1"/>
          <p:nvPr>
            <p:ph idx="1" type="body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" name="Google Shape;199;g3f57d7dc2c9_2_140:notes"/>
          <p:cNvSpPr txBox="1"/>
          <p:nvPr>
            <p:ph idx="12" type="sldNum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g3f57d7dc2c9_2_152:notes"/>
          <p:cNvSpPr/>
          <p:nvPr>
            <p:ph idx="2" type="sldImg"/>
          </p:nvPr>
        </p:nvSpPr>
        <p:spPr>
          <a:xfrm>
            <a:off x="685800" y="857250"/>
            <a:ext cx="54864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1" name="Google Shape;211;g3f57d7dc2c9_2_152:notes"/>
          <p:cNvSpPr txBox="1"/>
          <p:nvPr>
            <p:ph idx="1" type="body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" name="Google Shape;212;g3f57d7dc2c9_2_152:notes"/>
          <p:cNvSpPr txBox="1"/>
          <p:nvPr>
            <p:ph idx="12" type="sldNum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g3f57d7dc2c9_2_180:notes"/>
          <p:cNvSpPr/>
          <p:nvPr>
            <p:ph idx="2" type="sldImg"/>
          </p:nvPr>
        </p:nvSpPr>
        <p:spPr>
          <a:xfrm>
            <a:off x="685800" y="857250"/>
            <a:ext cx="54864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0" name="Google Shape;240;g3f57d7dc2c9_2_180:notes"/>
          <p:cNvSpPr txBox="1"/>
          <p:nvPr>
            <p:ph idx="1" type="body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" name="Google Shape;241;g3f57d7dc2c9_2_180:notes"/>
          <p:cNvSpPr txBox="1"/>
          <p:nvPr>
            <p:ph idx="12" type="sldNum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g3f57d7dc2c9_2_192:notes"/>
          <p:cNvSpPr/>
          <p:nvPr>
            <p:ph idx="2" type="sldImg"/>
          </p:nvPr>
        </p:nvSpPr>
        <p:spPr>
          <a:xfrm>
            <a:off x="685800" y="857250"/>
            <a:ext cx="54864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3" name="Google Shape;253;g3f57d7dc2c9_2_192:notes"/>
          <p:cNvSpPr txBox="1"/>
          <p:nvPr>
            <p:ph idx="1" type="body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4" name="Google Shape;254;g3f57d7dc2c9_2_192:notes"/>
          <p:cNvSpPr txBox="1"/>
          <p:nvPr>
            <p:ph idx="12" type="sldNum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g3f57d7dc2c9_2_216:notes"/>
          <p:cNvSpPr/>
          <p:nvPr>
            <p:ph idx="2" type="sldImg"/>
          </p:nvPr>
        </p:nvSpPr>
        <p:spPr>
          <a:xfrm>
            <a:off x="685800" y="857250"/>
            <a:ext cx="54864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8" name="Google Shape;278;g3f57d7dc2c9_2_216:notes"/>
          <p:cNvSpPr txBox="1"/>
          <p:nvPr>
            <p:ph idx="1" type="body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9" name="Google Shape;279;g3f57d7dc2c9_2_216:notes"/>
          <p:cNvSpPr txBox="1"/>
          <p:nvPr>
            <p:ph idx="12" type="sldNum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g3f57d7dc2c9_2_242:notes"/>
          <p:cNvSpPr/>
          <p:nvPr>
            <p:ph idx="2" type="sldImg"/>
          </p:nvPr>
        </p:nvSpPr>
        <p:spPr>
          <a:xfrm>
            <a:off x="685800" y="857250"/>
            <a:ext cx="54864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3" name="Google Shape;303;g3f57d7dc2c9_2_242:notes"/>
          <p:cNvSpPr txBox="1"/>
          <p:nvPr>
            <p:ph idx="1" type="body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4" name="Google Shape;304;g3f57d7dc2c9_2_242:notes"/>
          <p:cNvSpPr txBox="1"/>
          <p:nvPr>
            <p:ph idx="12" type="sldNum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g3f57d7dc2c9_2_256:notes"/>
          <p:cNvSpPr/>
          <p:nvPr>
            <p:ph idx="2" type="sldImg"/>
          </p:nvPr>
        </p:nvSpPr>
        <p:spPr>
          <a:xfrm>
            <a:off x="685800" y="857250"/>
            <a:ext cx="54864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8" name="Google Shape;318;g3f57d7dc2c9_2_256:notes"/>
          <p:cNvSpPr txBox="1"/>
          <p:nvPr>
            <p:ph idx="1" type="body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9" name="Google Shape;319;g3f57d7dc2c9_2_256:notes"/>
          <p:cNvSpPr txBox="1"/>
          <p:nvPr>
            <p:ph idx="12" type="sldNum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3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8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8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8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0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8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8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8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8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8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8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9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5"/>
          <p:cNvSpPr/>
          <p:nvPr/>
        </p:nvSpPr>
        <p:spPr>
          <a:xfrm>
            <a:off x="381000" y="261938"/>
            <a:ext cx="3810000" cy="14287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37373"/>
              </a:buClr>
              <a:buSzPts val="500"/>
              <a:buFont typeface="JetBrains Mono"/>
              <a:buNone/>
            </a:pPr>
            <a:r>
              <a:rPr b="0" i="0" lang="en" sz="500" u="none" cap="none" strike="noStrike">
                <a:solidFill>
                  <a:srgbClr val="737373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PROJECT NAME PLACEHOLDER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15"/>
          <p:cNvSpPr/>
          <p:nvPr/>
        </p:nvSpPr>
        <p:spPr>
          <a:xfrm>
            <a:off x="4953000" y="261938"/>
            <a:ext cx="3810000" cy="14287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737373"/>
              </a:buClr>
              <a:buSzPts val="500"/>
              <a:buFont typeface="JetBrains Mono"/>
              <a:buNone/>
            </a:pPr>
            <a:r>
              <a:rPr b="0" i="0" lang="en" sz="500" u="none" cap="none" strike="noStrike">
                <a:solidFill>
                  <a:srgbClr val="737373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YYYY // VERSION 0.0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9" name="Google Shape;59;p15"/>
          <p:cNvCxnSpPr/>
          <p:nvPr/>
        </p:nvCxnSpPr>
        <p:spPr>
          <a:xfrm>
            <a:off x="381000" y="438150"/>
            <a:ext cx="8382000" cy="0"/>
          </a:xfrm>
          <a:prstGeom prst="straightConnector1">
            <a:avLst/>
          </a:prstGeom>
          <a:noFill/>
          <a:ln cap="flat" cmpd="sng" w="9525">
            <a:solidFill>
              <a:srgbClr val="E5E5E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0" name="Google Shape;60;p15"/>
          <p:cNvCxnSpPr/>
          <p:nvPr/>
        </p:nvCxnSpPr>
        <p:spPr>
          <a:xfrm>
            <a:off x="666750" y="1381125"/>
            <a:ext cx="190500" cy="0"/>
          </a:xfrm>
          <a:prstGeom prst="straightConnector1">
            <a:avLst/>
          </a:prstGeom>
          <a:noFill/>
          <a:ln cap="flat" cmpd="sng" w="9525">
            <a:solidFill>
              <a:srgbClr val="10B98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1" name="Google Shape;61;p15"/>
          <p:cNvSpPr/>
          <p:nvPr/>
        </p:nvSpPr>
        <p:spPr>
          <a:xfrm>
            <a:off x="928688" y="1333500"/>
            <a:ext cx="4286250" cy="133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59669"/>
              </a:buClr>
              <a:buSzPts val="500"/>
              <a:buFont typeface="JetBrains Mono"/>
              <a:buNone/>
            </a:pPr>
            <a:r>
              <a:rPr b="1" i="0" lang="en" sz="500" u="none" cap="none" strike="noStrike">
                <a:solidFill>
                  <a:srgbClr val="05966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PRESENTATION SUBTITLE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15"/>
          <p:cNvSpPr/>
          <p:nvPr/>
        </p:nvSpPr>
        <p:spPr>
          <a:xfrm>
            <a:off x="666750" y="1595438"/>
            <a:ext cx="8001000" cy="1990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71717"/>
              </a:buClr>
              <a:buSzPts val="6800"/>
              <a:buFont typeface="Space Grotesk"/>
              <a:buNone/>
            </a:pPr>
            <a:r>
              <a:rPr b="1" i="0" lang="en" sz="6800" u="none" cap="none" strike="noStrike">
                <a:solidFill>
                  <a:srgbClr val="171717"/>
                </a:solidFill>
                <a:latin typeface="Space Grotesk"/>
                <a:ea typeface="Space Grotesk"/>
                <a:cs typeface="Space Grotesk"/>
                <a:sym typeface="Space Grotesk"/>
              </a:rPr>
              <a:t>Master Primary</a:t>
            </a:r>
            <a:br>
              <a:rPr b="0" i="0" lang="en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" sz="6800" u="none" cap="none" strike="noStrike">
                <a:solidFill>
                  <a:srgbClr val="D4D4D4"/>
                </a:solidFill>
                <a:latin typeface="Space Grotesk"/>
                <a:ea typeface="Space Grotesk"/>
                <a:cs typeface="Space Grotesk"/>
                <a:sym typeface="Space Grotesk"/>
              </a:rPr>
              <a:t>Heading.</a:t>
            </a:r>
            <a:endParaRPr b="0" i="0" sz="6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3" name="Google Shape;63;p15"/>
          <p:cNvCxnSpPr/>
          <p:nvPr/>
        </p:nvCxnSpPr>
        <p:spPr>
          <a:xfrm>
            <a:off x="666750" y="3895725"/>
            <a:ext cx="642938" cy="0"/>
          </a:xfrm>
          <a:prstGeom prst="straightConnector1">
            <a:avLst/>
          </a:prstGeom>
          <a:noFill/>
          <a:ln cap="flat" cmpd="sng" w="9525">
            <a:solidFill>
              <a:srgbClr val="10B98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4" name="Google Shape;64;p15"/>
          <p:cNvSpPr/>
          <p:nvPr/>
        </p:nvSpPr>
        <p:spPr>
          <a:xfrm>
            <a:off x="1538288" y="3805238"/>
            <a:ext cx="695325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37373"/>
              </a:buClr>
              <a:buSzPts val="700"/>
              <a:buFont typeface="JetBrains Mono"/>
              <a:buNone/>
            </a:pPr>
            <a:r>
              <a:rPr b="0" i="0" lang="en" sz="700" u="none" cap="none" strike="noStrike">
                <a:solidFill>
                  <a:srgbClr val="737373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Placeholder content for the Wozku Master Template. This section will automatically populate once a Document is provided.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15"/>
          <p:cNvSpPr/>
          <p:nvPr/>
        </p:nvSpPr>
        <p:spPr>
          <a:xfrm>
            <a:off x="381000" y="4762500"/>
            <a:ext cx="2381250" cy="123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3A3A3"/>
              </a:buClr>
              <a:buSzPts val="400"/>
              <a:buFont typeface="JetBrains Mono"/>
              <a:buNone/>
            </a:pPr>
            <a:r>
              <a:rPr b="0" i="0" lang="en" sz="400" u="none" cap="none" strike="noStrike">
                <a:solidFill>
                  <a:srgbClr val="A3A3A3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PROPRIETARY AND CONFIDENTIAL</a:t>
            </a:r>
            <a:endParaRPr b="0" i="0" sz="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15"/>
          <p:cNvSpPr/>
          <p:nvPr/>
        </p:nvSpPr>
        <p:spPr>
          <a:xfrm>
            <a:off x="7524750" y="4738688"/>
            <a:ext cx="952500" cy="142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5A69"/>
              </a:buClr>
              <a:buSzPts val="400"/>
              <a:buFont typeface="JetBrains Mono"/>
              <a:buNone/>
            </a:pPr>
            <a:r>
              <a:rPr b="1" i="0" lang="en" sz="400" u="none" cap="none" strike="noStrike">
                <a:solidFill>
                  <a:srgbClr val="5A5A6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CLIENT LOGO</a:t>
            </a:r>
            <a:endParaRPr b="0" i="0" sz="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15"/>
          <p:cNvSpPr/>
          <p:nvPr/>
        </p:nvSpPr>
        <p:spPr>
          <a:xfrm>
            <a:off x="304800" y="4914900"/>
            <a:ext cx="3333750" cy="1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3A3A3"/>
              </a:buClr>
              <a:buSzPts val="400"/>
              <a:buFont typeface="JetBrains Mono"/>
              <a:buNone/>
            </a:pPr>
            <a:r>
              <a:rPr b="0" i="0" lang="en" sz="400" u="none" cap="none" strike="noStrike">
                <a:solidFill>
                  <a:srgbClr val="A3A3A3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Cover</a:t>
            </a:r>
            <a:endParaRPr b="0" i="0" sz="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15"/>
          <p:cNvSpPr/>
          <p:nvPr/>
        </p:nvSpPr>
        <p:spPr>
          <a:xfrm>
            <a:off x="5505450" y="4914900"/>
            <a:ext cx="3333750" cy="1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A3A3A3"/>
              </a:buClr>
              <a:buSzPts val="400"/>
              <a:buFont typeface="JetBrains Mono"/>
              <a:buNone/>
            </a:pPr>
            <a:r>
              <a:rPr b="0" i="0" lang="en" sz="400" u="none" cap="none" strike="noStrike">
                <a:solidFill>
                  <a:srgbClr val="A3A3A3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1 / 14</a:t>
            </a:r>
            <a:endParaRPr b="0" i="0" sz="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6"/>
          <p:cNvSpPr/>
          <p:nvPr/>
        </p:nvSpPr>
        <p:spPr>
          <a:xfrm>
            <a:off x="381000" y="261938"/>
            <a:ext cx="3810000" cy="14287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37373"/>
              </a:buClr>
              <a:buSzPts val="500"/>
              <a:buFont typeface="JetBrains Mono"/>
              <a:buNone/>
            </a:pPr>
            <a:r>
              <a:rPr b="0" i="0" lang="en" sz="500" u="none" cap="none" strike="noStrike">
                <a:solidFill>
                  <a:srgbClr val="737373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AGENDA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16"/>
          <p:cNvSpPr/>
          <p:nvPr/>
        </p:nvSpPr>
        <p:spPr>
          <a:xfrm>
            <a:off x="4953000" y="261938"/>
            <a:ext cx="3810000" cy="14287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737373"/>
              </a:buClr>
              <a:buSzPts val="500"/>
              <a:buFont typeface="JetBrains Mono"/>
              <a:buNone/>
            </a:pPr>
            <a:r>
              <a:rPr b="0" i="0" lang="en" sz="500" u="none" cap="none" strike="noStrike">
                <a:solidFill>
                  <a:srgbClr val="737373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02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76" name="Google Shape;76;p16"/>
          <p:cNvCxnSpPr/>
          <p:nvPr/>
        </p:nvCxnSpPr>
        <p:spPr>
          <a:xfrm>
            <a:off x="381000" y="438150"/>
            <a:ext cx="8382000" cy="0"/>
          </a:xfrm>
          <a:prstGeom prst="straightConnector1">
            <a:avLst/>
          </a:prstGeom>
          <a:noFill/>
          <a:ln cap="flat" cmpd="sng" w="9525">
            <a:solidFill>
              <a:srgbClr val="E5E5E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7" name="Google Shape;77;p16"/>
          <p:cNvCxnSpPr/>
          <p:nvPr/>
        </p:nvCxnSpPr>
        <p:spPr>
          <a:xfrm>
            <a:off x="666750" y="809625"/>
            <a:ext cx="190500" cy="0"/>
          </a:xfrm>
          <a:prstGeom prst="straightConnector1">
            <a:avLst/>
          </a:prstGeom>
          <a:noFill/>
          <a:ln cap="flat" cmpd="sng" w="9525">
            <a:solidFill>
              <a:srgbClr val="10B98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8" name="Google Shape;78;p16"/>
          <p:cNvSpPr/>
          <p:nvPr/>
        </p:nvSpPr>
        <p:spPr>
          <a:xfrm>
            <a:off x="928688" y="762000"/>
            <a:ext cx="4286250" cy="133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59669"/>
              </a:buClr>
              <a:buSzPts val="500"/>
              <a:buFont typeface="JetBrains Mono"/>
              <a:buNone/>
            </a:pPr>
            <a:r>
              <a:rPr b="1" i="0" lang="en" sz="500" u="none" cap="none" strike="noStrike">
                <a:solidFill>
                  <a:srgbClr val="05966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NAVIGATION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16"/>
          <p:cNvSpPr/>
          <p:nvPr/>
        </p:nvSpPr>
        <p:spPr>
          <a:xfrm>
            <a:off x="666750" y="1023938"/>
            <a:ext cx="3333750" cy="1238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71717"/>
              </a:buClr>
              <a:buSzPts val="3800"/>
              <a:buFont typeface="Space Grotesk"/>
              <a:buNone/>
            </a:pPr>
            <a:r>
              <a:rPr b="1" i="0" lang="en" sz="3800" u="none" cap="none" strike="noStrike">
                <a:solidFill>
                  <a:srgbClr val="171717"/>
                </a:solidFill>
                <a:latin typeface="Space Grotesk"/>
                <a:ea typeface="Space Grotesk"/>
                <a:cs typeface="Space Grotesk"/>
                <a:sym typeface="Space Grotesk"/>
              </a:rPr>
              <a:t>Presentation</a:t>
            </a:r>
            <a:br>
              <a:rPr b="0" i="0" lang="en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" sz="3800" u="none" cap="none" strike="noStrike">
                <a:solidFill>
                  <a:srgbClr val="171717"/>
                </a:solidFill>
                <a:latin typeface="Space Grotesk"/>
                <a:ea typeface="Space Grotesk"/>
                <a:cs typeface="Space Grotesk"/>
                <a:sym typeface="Space Grotesk"/>
              </a:rPr>
              <a:t>Structure.</a:t>
            </a:r>
            <a:endParaRPr b="0" i="0" sz="3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80" name="Google Shape;80;p16"/>
          <p:cNvCxnSpPr/>
          <p:nvPr/>
        </p:nvCxnSpPr>
        <p:spPr>
          <a:xfrm>
            <a:off x="4429125" y="952500"/>
            <a:ext cx="0" cy="1047750"/>
          </a:xfrm>
          <a:prstGeom prst="straightConnector1">
            <a:avLst/>
          </a:prstGeom>
          <a:noFill/>
          <a:ln cap="flat" cmpd="sng" w="12700">
            <a:solidFill>
              <a:srgbClr val="10B98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1" name="Google Shape;81;p16"/>
          <p:cNvCxnSpPr/>
          <p:nvPr/>
        </p:nvCxnSpPr>
        <p:spPr>
          <a:xfrm>
            <a:off x="4572000" y="990600"/>
            <a:ext cx="190500" cy="0"/>
          </a:xfrm>
          <a:prstGeom prst="straightConnector1">
            <a:avLst/>
          </a:prstGeom>
          <a:noFill/>
          <a:ln cap="flat" cmpd="sng" w="9525">
            <a:solidFill>
              <a:srgbClr val="10B98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2" name="Google Shape;82;p16"/>
          <p:cNvSpPr/>
          <p:nvPr/>
        </p:nvSpPr>
        <p:spPr>
          <a:xfrm>
            <a:off x="4833938" y="952500"/>
            <a:ext cx="4286250" cy="1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59669"/>
              </a:buClr>
              <a:buSzPts val="400"/>
              <a:buFont typeface="JetBrains Mono"/>
              <a:buNone/>
            </a:pPr>
            <a:r>
              <a:rPr b="1" i="0" lang="en" sz="400" u="none" cap="none" strike="noStrike">
                <a:solidFill>
                  <a:srgbClr val="05966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PART 01</a:t>
            </a:r>
            <a:endParaRPr b="0" i="0" sz="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16"/>
          <p:cNvSpPr/>
          <p:nvPr/>
        </p:nvSpPr>
        <p:spPr>
          <a:xfrm>
            <a:off x="4572000" y="1095375"/>
            <a:ext cx="1738313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71717"/>
              </a:buClr>
              <a:buSzPts val="1200"/>
              <a:buFont typeface="Space Grotesk"/>
              <a:buNone/>
            </a:pPr>
            <a:r>
              <a:rPr b="1" i="0" lang="en" sz="1200" u="none" cap="none" strike="noStrike">
                <a:solidFill>
                  <a:srgbClr val="171717"/>
                </a:solidFill>
                <a:latin typeface="Space Grotesk"/>
                <a:ea typeface="Space Grotesk"/>
                <a:cs typeface="Space Grotesk"/>
                <a:sym typeface="Space Grotesk"/>
              </a:rPr>
              <a:t>Introduction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16"/>
          <p:cNvSpPr/>
          <p:nvPr/>
        </p:nvSpPr>
        <p:spPr>
          <a:xfrm>
            <a:off x="4572000" y="1357313"/>
            <a:ext cx="1738313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737373"/>
              </a:buClr>
              <a:buSzPts val="700"/>
              <a:buFont typeface="Space Grotesk"/>
              <a:buNone/>
            </a:pPr>
            <a:r>
              <a:rPr b="0" i="0" lang="en" sz="700" u="none" cap="none" strike="noStrike">
                <a:solidFill>
                  <a:srgbClr val="737373"/>
                </a:solidFill>
                <a:latin typeface="Space Grotesk"/>
                <a:ea typeface="Space Grotesk"/>
                <a:cs typeface="Space Grotesk"/>
                <a:sym typeface="Space Grotesk"/>
              </a:rPr>
              <a:t>Placeholder content for the Wozku Master Template. This section will automatically populate once a Document is provided.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85" name="Google Shape;85;p16"/>
          <p:cNvCxnSpPr/>
          <p:nvPr/>
        </p:nvCxnSpPr>
        <p:spPr>
          <a:xfrm>
            <a:off x="6596063" y="952500"/>
            <a:ext cx="0" cy="1047750"/>
          </a:xfrm>
          <a:prstGeom prst="straightConnector1">
            <a:avLst/>
          </a:prstGeom>
          <a:noFill/>
          <a:ln cap="flat" cmpd="sng" w="12700">
            <a:solidFill>
              <a:srgbClr val="E5E5E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6" name="Google Shape;86;p16"/>
          <p:cNvCxnSpPr/>
          <p:nvPr/>
        </p:nvCxnSpPr>
        <p:spPr>
          <a:xfrm>
            <a:off x="6738938" y="990600"/>
            <a:ext cx="190500" cy="0"/>
          </a:xfrm>
          <a:prstGeom prst="straightConnector1">
            <a:avLst/>
          </a:prstGeom>
          <a:noFill/>
          <a:ln cap="flat" cmpd="sng" w="9525">
            <a:solidFill>
              <a:srgbClr val="10B98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7" name="Google Shape;87;p16"/>
          <p:cNvSpPr/>
          <p:nvPr/>
        </p:nvSpPr>
        <p:spPr>
          <a:xfrm>
            <a:off x="7000875" y="952500"/>
            <a:ext cx="4286250" cy="1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59669"/>
              </a:buClr>
              <a:buSzPts val="400"/>
              <a:buFont typeface="JetBrains Mono"/>
              <a:buNone/>
            </a:pPr>
            <a:r>
              <a:rPr b="1" i="0" lang="en" sz="400" u="none" cap="none" strike="noStrike">
                <a:solidFill>
                  <a:srgbClr val="05966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PART 02</a:t>
            </a:r>
            <a:endParaRPr b="0" i="0" sz="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16"/>
          <p:cNvSpPr/>
          <p:nvPr/>
        </p:nvSpPr>
        <p:spPr>
          <a:xfrm>
            <a:off x="6738938" y="1095375"/>
            <a:ext cx="1738313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71717"/>
              </a:buClr>
              <a:buSzPts val="1200"/>
              <a:buFont typeface="Space Grotesk"/>
              <a:buNone/>
            </a:pPr>
            <a:r>
              <a:rPr b="1" i="0" lang="en" sz="1200" u="none" cap="none" strike="noStrike">
                <a:solidFill>
                  <a:srgbClr val="171717"/>
                </a:solidFill>
                <a:latin typeface="Space Grotesk"/>
                <a:ea typeface="Space Grotesk"/>
                <a:cs typeface="Space Grotesk"/>
                <a:sym typeface="Space Grotesk"/>
              </a:rPr>
              <a:t>Context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16"/>
          <p:cNvSpPr/>
          <p:nvPr/>
        </p:nvSpPr>
        <p:spPr>
          <a:xfrm>
            <a:off x="6738938" y="1357313"/>
            <a:ext cx="1738313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737373"/>
              </a:buClr>
              <a:buSzPts val="700"/>
              <a:buFont typeface="Space Grotesk"/>
              <a:buNone/>
            </a:pPr>
            <a:r>
              <a:rPr b="0" i="0" lang="en" sz="700" u="none" cap="none" strike="noStrike">
                <a:solidFill>
                  <a:srgbClr val="737373"/>
                </a:solidFill>
                <a:latin typeface="Space Grotesk"/>
                <a:ea typeface="Space Grotesk"/>
                <a:cs typeface="Space Grotesk"/>
                <a:sym typeface="Space Grotesk"/>
              </a:rPr>
              <a:t>Placeholder content for the Wozku Master Template. This section will automatically populate once a Document is provided.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90" name="Google Shape;90;p16"/>
          <p:cNvCxnSpPr/>
          <p:nvPr/>
        </p:nvCxnSpPr>
        <p:spPr>
          <a:xfrm>
            <a:off x="4429125" y="2190750"/>
            <a:ext cx="0" cy="1047750"/>
          </a:xfrm>
          <a:prstGeom prst="straightConnector1">
            <a:avLst/>
          </a:prstGeom>
          <a:noFill/>
          <a:ln cap="flat" cmpd="sng" w="12700">
            <a:solidFill>
              <a:srgbClr val="E5E5E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1" name="Google Shape;91;p16"/>
          <p:cNvCxnSpPr/>
          <p:nvPr/>
        </p:nvCxnSpPr>
        <p:spPr>
          <a:xfrm>
            <a:off x="4572000" y="2228850"/>
            <a:ext cx="190500" cy="0"/>
          </a:xfrm>
          <a:prstGeom prst="straightConnector1">
            <a:avLst/>
          </a:prstGeom>
          <a:noFill/>
          <a:ln cap="flat" cmpd="sng" w="9525">
            <a:solidFill>
              <a:srgbClr val="10B98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2" name="Google Shape;92;p16"/>
          <p:cNvSpPr/>
          <p:nvPr/>
        </p:nvSpPr>
        <p:spPr>
          <a:xfrm>
            <a:off x="4833938" y="2190750"/>
            <a:ext cx="4286250" cy="1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59669"/>
              </a:buClr>
              <a:buSzPts val="400"/>
              <a:buFont typeface="JetBrains Mono"/>
              <a:buNone/>
            </a:pPr>
            <a:r>
              <a:rPr b="1" i="0" lang="en" sz="400" u="none" cap="none" strike="noStrike">
                <a:solidFill>
                  <a:srgbClr val="05966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PART 03</a:t>
            </a:r>
            <a:endParaRPr b="0" i="0" sz="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16"/>
          <p:cNvSpPr/>
          <p:nvPr/>
        </p:nvSpPr>
        <p:spPr>
          <a:xfrm>
            <a:off x="4572000" y="2333625"/>
            <a:ext cx="1738313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71717"/>
              </a:buClr>
              <a:buSzPts val="1200"/>
              <a:buFont typeface="Space Grotesk"/>
              <a:buNone/>
            </a:pPr>
            <a:r>
              <a:rPr b="1" i="0" lang="en" sz="1200" u="none" cap="none" strike="noStrike">
                <a:solidFill>
                  <a:srgbClr val="171717"/>
                </a:solidFill>
                <a:latin typeface="Space Grotesk"/>
                <a:ea typeface="Space Grotesk"/>
                <a:cs typeface="Space Grotesk"/>
                <a:sym typeface="Space Grotesk"/>
              </a:rPr>
              <a:t>Performance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16"/>
          <p:cNvSpPr/>
          <p:nvPr/>
        </p:nvSpPr>
        <p:spPr>
          <a:xfrm>
            <a:off x="4572000" y="2595563"/>
            <a:ext cx="1738313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737373"/>
              </a:buClr>
              <a:buSzPts val="700"/>
              <a:buFont typeface="Space Grotesk"/>
              <a:buNone/>
            </a:pPr>
            <a:r>
              <a:rPr b="0" i="0" lang="en" sz="700" u="none" cap="none" strike="noStrike">
                <a:solidFill>
                  <a:srgbClr val="737373"/>
                </a:solidFill>
                <a:latin typeface="Space Grotesk"/>
                <a:ea typeface="Space Grotesk"/>
                <a:cs typeface="Space Grotesk"/>
                <a:sym typeface="Space Grotesk"/>
              </a:rPr>
              <a:t>Placeholder content for the Wozku Master Template. This section will automatically populate once a Document is provided.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95" name="Google Shape;95;p16"/>
          <p:cNvCxnSpPr/>
          <p:nvPr/>
        </p:nvCxnSpPr>
        <p:spPr>
          <a:xfrm>
            <a:off x="6596063" y="2190750"/>
            <a:ext cx="0" cy="1047750"/>
          </a:xfrm>
          <a:prstGeom prst="straightConnector1">
            <a:avLst/>
          </a:prstGeom>
          <a:noFill/>
          <a:ln cap="flat" cmpd="sng" w="12700">
            <a:solidFill>
              <a:srgbClr val="E5E5E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6" name="Google Shape;96;p16"/>
          <p:cNvCxnSpPr/>
          <p:nvPr/>
        </p:nvCxnSpPr>
        <p:spPr>
          <a:xfrm>
            <a:off x="6738938" y="2228850"/>
            <a:ext cx="190500" cy="0"/>
          </a:xfrm>
          <a:prstGeom prst="straightConnector1">
            <a:avLst/>
          </a:prstGeom>
          <a:noFill/>
          <a:ln cap="flat" cmpd="sng" w="9525">
            <a:solidFill>
              <a:srgbClr val="10B98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7" name="Google Shape;97;p16"/>
          <p:cNvSpPr/>
          <p:nvPr/>
        </p:nvSpPr>
        <p:spPr>
          <a:xfrm>
            <a:off x="7000875" y="2190750"/>
            <a:ext cx="4286250" cy="1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59669"/>
              </a:buClr>
              <a:buSzPts val="400"/>
              <a:buFont typeface="JetBrains Mono"/>
              <a:buNone/>
            </a:pPr>
            <a:r>
              <a:rPr b="1" i="0" lang="en" sz="400" u="none" cap="none" strike="noStrike">
                <a:solidFill>
                  <a:srgbClr val="05966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PART 04</a:t>
            </a:r>
            <a:endParaRPr b="0" i="0" sz="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16"/>
          <p:cNvSpPr/>
          <p:nvPr/>
        </p:nvSpPr>
        <p:spPr>
          <a:xfrm>
            <a:off x="6738938" y="2333625"/>
            <a:ext cx="1738313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71717"/>
              </a:buClr>
              <a:buSzPts val="1200"/>
              <a:buFont typeface="Space Grotesk"/>
              <a:buNone/>
            </a:pPr>
            <a:r>
              <a:rPr b="1" i="0" lang="en" sz="1200" u="none" cap="none" strike="noStrike">
                <a:solidFill>
                  <a:srgbClr val="171717"/>
                </a:solidFill>
                <a:latin typeface="Space Grotesk"/>
                <a:ea typeface="Space Grotesk"/>
                <a:cs typeface="Space Grotesk"/>
                <a:sym typeface="Space Grotesk"/>
              </a:rPr>
              <a:t>Strategy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16"/>
          <p:cNvSpPr/>
          <p:nvPr/>
        </p:nvSpPr>
        <p:spPr>
          <a:xfrm>
            <a:off x="6738938" y="2595563"/>
            <a:ext cx="1738313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737373"/>
              </a:buClr>
              <a:buSzPts val="700"/>
              <a:buFont typeface="Space Grotesk"/>
              <a:buNone/>
            </a:pPr>
            <a:r>
              <a:rPr b="0" i="0" lang="en" sz="700" u="none" cap="none" strike="noStrike">
                <a:solidFill>
                  <a:srgbClr val="737373"/>
                </a:solidFill>
                <a:latin typeface="Space Grotesk"/>
                <a:ea typeface="Space Grotesk"/>
                <a:cs typeface="Space Grotesk"/>
                <a:sym typeface="Space Grotesk"/>
              </a:rPr>
              <a:t>Placeholder content for the Wozku Master Template. This section will automatically populate once a Document is provided.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16"/>
          <p:cNvSpPr/>
          <p:nvPr/>
        </p:nvSpPr>
        <p:spPr>
          <a:xfrm>
            <a:off x="304800" y="4914900"/>
            <a:ext cx="3333750" cy="1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3A3A3"/>
              </a:buClr>
              <a:buSzPts val="400"/>
              <a:buFont typeface="JetBrains Mono"/>
              <a:buNone/>
            </a:pPr>
            <a:r>
              <a:rPr b="0" i="0" lang="en" sz="400" u="none" cap="none" strike="noStrike">
                <a:solidFill>
                  <a:srgbClr val="A3A3A3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Index / Contents</a:t>
            </a:r>
            <a:endParaRPr b="0" i="0" sz="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16"/>
          <p:cNvSpPr/>
          <p:nvPr/>
        </p:nvSpPr>
        <p:spPr>
          <a:xfrm>
            <a:off x="5505450" y="4914900"/>
            <a:ext cx="3333750" cy="1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A3A3A3"/>
              </a:buClr>
              <a:buSzPts val="400"/>
              <a:buFont typeface="JetBrains Mono"/>
              <a:buNone/>
            </a:pPr>
            <a:r>
              <a:rPr b="0" i="0" lang="en" sz="400" u="none" cap="none" strike="noStrike">
                <a:solidFill>
                  <a:srgbClr val="A3A3A3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2 / 14</a:t>
            </a:r>
            <a:endParaRPr b="0" i="0" sz="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7"/>
          <p:cNvSpPr/>
          <p:nvPr/>
        </p:nvSpPr>
        <p:spPr>
          <a:xfrm>
            <a:off x="381000" y="261938"/>
            <a:ext cx="3810000" cy="14287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37373"/>
              </a:buClr>
              <a:buSzPts val="500"/>
              <a:buFont typeface="JetBrains Mono"/>
              <a:buNone/>
            </a:pPr>
            <a:r>
              <a:rPr b="0" i="0" lang="en" sz="500" u="none" cap="none" strike="noStrike">
                <a:solidFill>
                  <a:srgbClr val="737373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EXECUTIVE SUMMARY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17"/>
          <p:cNvSpPr/>
          <p:nvPr/>
        </p:nvSpPr>
        <p:spPr>
          <a:xfrm>
            <a:off x="4953000" y="261938"/>
            <a:ext cx="3810000" cy="14287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737373"/>
              </a:buClr>
              <a:buSzPts val="500"/>
              <a:buFont typeface="JetBrains Mono"/>
              <a:buNone/>
            </a:pPr>
            <a:r>
              <a:rPr b="0" i="0" lang="en" sz="500" u="none" cap="none" strike="noStrike">
                <a:solidFill>
                  <a:srgbClr val="737373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03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09" name="Google Shape;109;p17"/>
          <p:cNvCxnSpPr/>
          <p:nvPr/>
        </p:nvCxnSpPr>
        <p:spPr>
          <a:xfrm>
            <a:off x="381000" y="438150"/>
            <a:ext cx="8382000" cy="0"/>
          </a:xfrm>
          <a:prstGeom prst="straightConnector1">
            <a:avLst/>
          </a:prstGeom>
          <a:noFill/>
          <a:ln cap="flat" cmpd="sng" w="9525">
            <a:solidFill>
              <a:srgbClr val="E5E5E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0" name="Google Shape;110;p17"/>
          <p:cNvCxnSpPr/>
          <p:nvPr/>
        </p:nvCxnSpPr>
        <p:spPr>
          <a:xfrm>
            <a:off x="666750" y="809625"/>
            <a:ext cx="190500" cy="0"/>
          </a:xfrm>
          <a:prstGeom prst="straightConnector1">
            <a:avLst/>
          </a:prstGeom>
          <a:noFill/>
          <a:ln cap="flat" cmpd="sng" w="9525">
            <a:solidFill>
              <a:srgbClr val="10B98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1" name="Google Shape;111;p17"/>
          <p:cNvSpPr/>
          <p:nvPr/>
        </p:nvSpPr>
        <p:spPr>
          <a:xfrm>
            <a:off x="928688" y="762000"/>
            <a:ext cx="4286250" cy="133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59669"/>
              </a:buClr>
              <a:buSzPts val="500"/>
              <a:buFont typeface="JetBrains Mono"/>
              <a:buNone/>
            </a:pPr>
            <a:r>
              <a:rPr b="1" i="0" lang="en" sz="500" u="none" cap="none" strike="noStrike">
                <a:solidFill>
                  <a:srgbClr val="05966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EXECUTIVE SUMMARY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17"/>
          <p:cNvSpPr/>
          <p:nvPr/>
        </p:nvSpPr>
        <p:spPr>
          <a:xfrm>
            <a:off x="666750" y="1023938"/>
            <a:ext cx="7810500" cy="1047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71717"/>
              </a:buClr>
              <a:buSzPts val="3800"/>
              <a:buFont typeface="Space Grotesk"/>
              <a:buNone/>
            </a:pPr>
            <a:r>
              <a:rPr b="1" i="0" lang="en" sz="3800" u="none" cap="none" strike="noStrike">
                <a:solidFill>
                  <a:srgbClr val="171717"/>
                </a:solidFill>
                <a:latin typeface="Space Grotesk"/>
                <a:ea typeface="Space Grotesk"/>
                <a:cs typeface="Space Grotesk"/>
                <a:sym typeface="Space Grotesk"/>
              </a:rPr>
              <a:t>Core Strategic</a:t>
            </a:r>
            <a:br>
              <a:rPr b="0" i="0" lang="en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" sz="3800" u="none" cap="none" strike="noStrike">
                <a:solidFill>
                  <a:srgbClr val="171717"/>
                </a:solidFill>
                <a:latin typeface="Space Grotesk"/>
                <a:ea typeface="Space Grotesk"/>
                <a:cs typeface="Space Grotesk"/>
                <a:sym typeface="Space Grotesk"/>
              </a:rPr>
              <a:t>Objective.</a:t>
            </a:r>
            <a:endParaRPr b="0" i="0" sz="3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17"/>
          <p:cNvSpPr/>
          <p:nvPr/>
        </p:nvSpPr>
        <p:spPr>
          <a:xfrm>
            <a:off x="666750" y="2381250"/>
            <a:ext cx="4224338" cy="190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737373"/>
              </a:buClr>
              <a:buSzPts val="1200"/>
              <a:buFont typeface="Space Grotesk"/>
              <a:buNone/>
            </a:pPr>
            <a:r>
              <a:rPr b="0" i="0" lang="en" sz="1200" u="none" cap="none" strike="noStrike">
                <a:solidFill>
                  <a:srgbClr val="737373"/>
                </a:solidFill>
                <a:latin typeface="Space Grotesk"/>
                <a:ea typeface="Space Grotesk"/>
                <a:cs typeface="Space Grotesk"/>
                <a:sym typeface="Space Grotesk"/>
              </a:rPr>
              <a:t>Placeholder content for the Wozku Master Template. This section will automatically populate once a Document is provided.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14" name="Google Shape;114;p17"/>
          <p:cNvCxnSpPr/>
          <p:nvPr/>
        </p:nvCxnSpPr>
        <p:spPr>
          <a:xfrm>
            <a:off x="5462588" y="2381250"/>
            <a:ext cx="0" cy="1619250"/>
          </a:xfrm>
          <a:prstGeom prst="straightConnector1">
            <a:avLst/>
          </a:prstGeom>
          <a:noFill/>
          <a:ln cap="flat" cmpd="sng" w="9525">
            <a:solidFill>
              <a:srgbClr val="E5E5E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5" name="Google Shape;115;p17"/>
          <p:cNvCxnSpPr/>
          <p:nvPr/>
        </p:nvCxnSpPr>
        <p:spPr>
          <a:xfrm>
            <a:off x="5776913" y="2905125"/>
            <a:ext cx="190500" cy="0"/>
          </a:xfrm>
          <a:prstGeom prst="straightConnector1">
            <a:avLst/>
          </a:prstGeom>
          <a:noFill/>
          <a:ln cap="flat" cmpd="sng" w="9525">
            <a:solidFill>
              <a:srgbClr val="10B98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6" name="Google Shape;116;p17"/>
          <p:cNvSpPr/>
          <p:nvPr/>
        </p:nvSpPr>
        <p:spPr>
          <a:xfrm>
            <a:off x="6038850" y="2857500"/>
            <a:ext cx="4286250" cy="133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59669"/>
              </a:buClr>
              <a:buSzPts val="500"/>
              <a:buFont typeface="JetBrains Mono"/>
              <a:buNone/>
            </a:pPr>
            <a:r>
              <a:rPr b="1" i="0" lang="en" sz="500" u="none" cap="none" strike="noStrike">
                <a:solidFill>
                  <a:srgbClr val="05966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VARIABLE METRIC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17"/>
          <p:cNvSpPr/>
          <p:nvPr/>
        </p:nvSpPr>
        <p:spPr>
          <a:xfrm>
            <a:off x="5776913" y="3095625"/>
            <a:ext cx="2700338" cy="666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71717"/>
              </a:buClr>
              <a:buSzPts val="2100"/>
              <a:buFont typeface="Space Grotesk"/>
              <a:buNone/>
            </a:pPr>
            <a:r>
              <a:rPr b="1" i="0" lang="en" sz="2100" u="none" cap="none" strike="noStrike">
                <a:solidFill>
                  <a:srgbClr val="171717"/>
                </a:solidFill>
                <a:latin typeface="Space Grotesk"/>
                <a:ea typeface="Space Grotesk"/>
                <a:cs typeface="Space Grotesk"/>
                <a:sym typeface="Space Grotesk"/>
              </a:rPr>
              <a:t>00.0%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17"/>
          <p:cNvSpPr/>
          <p:nvPr/>
        </p:nvSpPr>
        <p:spPr>
          <a:xfrm>
            <a:off x="304800" y="4914900"/>
            <a:ext cx="3333750" cy="1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3A3A3"/>
              </a:buClr>
              <a:buSzPts val="400"/>
              <a:buFont typeface="JetBrains Mono"/>
              <a:buNone/>
            </a:pPr>
            <a:r>
              <a:rPr b="0" i="0" lang="en" sz="400" u="none" cap="none" strike="noStrike">
                <a:solidFill>
                  <a:srgbClr val="A3A3A3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Executive Summary</a:t>
            </a:r>
            <a:endParaRPr b="0" i="0" sz="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17"/>
          <p:cNvSpPr/>
          <p:nvPr/>
        </p:nvSpPr>
        <p:spPr>
          <a:xfrm>
            <a:off x="5505450" y="4914900"/>
            <a:ext cx="3333750" cy="1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A3A3A3"/>
              </a:buClr>
              <a:buSzPts val="400"/>
              <a:buFont typeface="JetBrains Mono"/>
              <a:buNone/>
            </a:pPr>
            <a:r>
              <a:rPr b="0" i="0" lang="en" sz="400" u="none" cap="none" strike="noStrike">
                <a:solidFill>
                  <a:srgbClr val="A3A3A3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3 / 14</a:t>
            </a:r>
            <a:endParaRPr b="0" i="0" sz="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18"/>
          <p:cNvSpPr/>
          <p:nvPr/>
        </p:nvSpPr>
        <p:spPr>
          <a:xfrm>
            <a:off x="381000" y="285750"/>
            <a:ext cx="952500" cy="142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400"/>
              <a:buFont typeface="JetBrains Mono"/>
              <a:buNone/>
            </a:pPr>
            <a:r>
              <a:rPr b="1" i="0" lang="en" sz="400" u="none" cap="none" strike="noStrike">
                <a:solidFill>
                  <a:srgbClr val="CCCCC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CLIENT LOGO</a:t>
            </a:r>
            <a:endParaRPr b="0" i="0" sz="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18"/>
          <p:cNvSpPr/>
          <p:nvPr/>
        </p:nvSpPr>
        <p:spPr>
          <a:xfrm>
            <a:off x="6667500" y="285750"/>
            <a:ext cx="2000250" cy="142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"/>
              <a:buFont typeface="JetBrains Mono"/>
              <a:buNone/>
            </a:pPr>
            <a:r>
              <a:rPr b="0" i="0" lang="en" sz="600" u="none" cap="none" strike="noStrike">
                <a:solidFill>
                  <a:srgbClr val="FFFF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Section Marker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27" name="Google Shape;127;p18"/>
          <p:cNvCxnSpPr/>
          <p:nvPr/>
        </p:nvCxnSpPr>
        <p:spPr>
          <a:xfrm>
            <a:off x="714375" y="1952625"/>
            <a:ext cx="190500" cy="0"/>
          </a:xfrm>
          <a:prstGeom prst="straightConnector1">
            <a:avLst/>
          </a:prstGeom>
          <a:noFill/>
          <a:ln cap="flat" cmpd="sng" w="9525">
            <a:solidFill>
              <a:srgbClr val="10B98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28" name="Google Shape;128;p18"/>
          <p:cNvSpPr/>
          <p:nvPr/>
        </p:nvSpPr>
        <p:spPr>
          <a:xfrm>
            <a:off x="976313" y="1905000"/>
            <a:ext cx="4286250" cy="133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4D399"/>
              </a:buClr>
              <a:buSzPts val="500"/>
              <a:buFont typeface="JetBrains Mono"/>
              <a:buNone/>
            </a:pPr>
            <a:r>
              <a:rPr b="1" i="0" lang="en" sz="500" u="none" cap="none" strike="noStrike">
                <a:solidFill>
                  <a:srgbClr val="34D39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PART 02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18"/>
          <p:cNvSpPr/>
          <p:nvPr/>
        </p:nvSpPr>
        <p:spPr>
          <a:xfrm>
            <a:off x="714375" y="2205038"/>
            <a:ext cx="7715250" cy="1238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800"/>
              <a:buFont typeface="Space Grotesk"/>
              <a:buNone/>
            </a:pPr>
            <a:r>
              <a:rPr b="1" i="0" lang="en" sz="6800" u="none" cap="none" strike="noStrike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Section Title.</a:t>
            </a:r>
            <a:endParaRPr b="0" i="0" sz="6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18"/>
          <p:cNvSpPr/>
          <p:nvPr/>
        </p:nvSpPr>
        <p:spPr>
          <a:xfrm>
            <a:off x="714375" y="3476625"/>
            <a:ext cx="45720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Space Grotesk"/>
              <a:buNone/>
            </a:pPr>
            <a:r>
              <a:rPr b="0" i="0" lang="en" sz="1100" u="none" cap="none" strike="noStrike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Placeholder content for the Wozku Master Template. This section will automatically populate once a Document is provided.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18"/>
          <p:cNvSpPr/>
          <p:nvPr/>
        </p:nvSpPr>
        <p:spPr>
          <a:xfrm>
            <a:off x="304800" y="4914900"/>
            <a:ext cx="3333750" cy="1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3A3A3"/>
              </a:buClr>
              <a:buSzPts val="400"/>
              <a:buFont typeface="JetBrains Mono"/>
              <a:buNone/>
            </a:pPr>
            <a:r>
              <a:rPr b="0" i="0" lang="en" sz="400" u="none" cap="none" strike="noStrike">
                <a:solidFill>
                  <a:srgbClr val="A3A3A3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Section Divider</a:t>
            </a:r>
            <a:endParaRPr b="0" i="0" sz="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18"/>
          <p:cNvSpPr/>
          <p:nvPr/>
        </p:nvSpPr>
        <p:spPr>
          <a:xfrm>
            <a:off x="5505450" y="4914900"/>
            <a:ext cx="3333750" cy="1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A3A3A3"/>
              </a:buClr>
              <a:buSzPts val="400"/>
              <a:buFont typeface="JetBrains Mono"/>
              <a:buNone/>
            </a:pPr>
            <a:r>
              <a:rPr b="0" i="0" lang="en" sz="400" u="none" cap="none" strike="noStrike">
                <a:solidFill>
                  <a:srgbClr val="A3A3A3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4 / 14</a:t>
            </a:r>
            <a:endParaRPr b="0" i="0" sz="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19"/>
          <p:cNvSpPr/>
          <p:nvPr/>
        </p:nvSpPr>
        <p:spPr>
          <a:xfrm>
            <a:off x="381000" y="261938"/>
            <a:ext cx="3810000" cy="14287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37373"/>
              </a:buClr>
              <a:buSzPts val="500"/>
              <a:buFont typeface="JetBrains Mono"/>
              <a:buNone/>
            </a:pPr>
            <a:r>
              <a:rPr b="0" i="0" lang="en" sz="500" u="none" cap="none" strike="noStrike">
                <a:solidFill>
                  <a:srgbClr val="737373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STRATEGIC CONTEXT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19"/>
          <p:cNvSpPr/>
          <p:nvPr/>
        </p:nvSpPr>
        <p:spPr>
          <a:xfrm>
            <a:off x="4953000" y="261938"/>
            <a:ext cx="3810000" cy="14287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737373"/>
              </a:buClr>
              <a:buSzPts val="500"/>
              <a:buFont typeface="JetBrains Mono"/>
              <a:buNone/>
            </a:pPr>
            <a:r>
              <a:rPr b="0" i="0" lang="en" sz="500" u="none" cap="none" strike="noStrike">
                <a:solidFill>
                  <a:srgbClr val="737373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05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40" name="Google Shape;140;p19"/>
          <p:cNvCxnSpPr/>
          <p:nvPr/>
        </p:nvCxnSpPr>
        <p:spPr>
          <a:xfrm>
            <a:off x="381000" y="438150"/>
            <a:ext cx="8382000" cy="0"/>
          </a:xfrm>
          <a:prstGeom prst="straightConnector1">
            <a:avLst/>
          </a:prstGeom>
          <a:noFill/>
          <a:ln cap="flat" cmpd="sng" w="9525">
            <a:solidFill>
              <a:srgbClr val="E5E5E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41" name="Google Shape;141;p19"/>
          <p:cNvCxnSpPr/>
          <p:nvPr/>
        </p:nvCxnSpPr>
        <p:spPr>
          <a:xfrm>
            <a:off x="457200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E5E5E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42" name="Google Shape;142;p19"/>
          <p:cNvCxnSpPr/>
          <p:nvPr/>
        </p:nvCxnSpPr>
        <p:spPr>
          <a:xfrm>
            <a:off x="666750" y="1238250"/>
            <a:ext cx="190500" cy="0"/>
          </a:xfrm>
          <a:prstGeom prst="straightConnector1">
            <a:avLst/>
          </a:prstGeom>
          <a:noFill/>
          <a:ln cap="flat" cmpd="sng" w="9525">
            <a:solidFill>
              <a:srgbClr val="10B98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43" name="Google Shape;143;p19"/>
          <p:cNvSpPr/>
          <p:nvPr/>
        </p:nvSpPr>
        <p:spPr>
          <a:xfrm>
            <a:off x="928688" y="1190625"/>
            <a:ext cx="4286250" cy="133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59669"/>
              </a:buClr>
              <a:buSzPts val="500"/>
              <a:buFont typeface="JetBrains Mono"/>
              <a:buNone/>
            </a:pPr>
            <a:r>
              <a:rPr b="1" i="0" lang="en" sz="500" u="none" cap="none" strike="noStrike">
                <a:solidFill>
                  <a:srgbClr val="05966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CONDITION A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19"/>
          <p:cNvSpPr/>
          <p:nvPr/>
        </p:nvSpPr>
        <p:spPr>
          <a:xfrm>
            <a:off x="666750" y="1452563"/>
            <a:ext cx="3333750" cy="9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71717"/>
              </a:buClr>
              <a:buSzPts val="2700"/>
              <a:buFont typeface="Space Grotesk"/>
              <a:buNone/>
            </a:pPr>
            <a:r>
              <a:rPr b="1" i="0" lang="en" sz="2700" u="none" cap="none" strike="noStrike">
                <a:solidFill>
                  <a:srgbClr val="171717"/>
                </a:solidFill>
                <a:latin typeface="Space Grotesk"/>
                <a:ea typeface="Space Grotesk"/>
                <a:cs typeface="Space Grotesk"/>
                <a:sym typeface="Space Grotesk"/>
              </a:rPr>
              <a:t>Current State</a:t>
            </a:r>
            <a:br>
              <a:rPr b="0" i="0" lang="en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" sz="2700" u="none" cap="none" strike="noStrike">
                <a:solidFill>
                  <a:srgbClr val="171717"/>
                </a:solidFill>
                <a:latin typeface="Space Grotesk"/>
                <a:ea typeface="Space Grotesk"/>
                <a:cs typeface="Space Grotesk"/>
                <a:sym typeface="Space Grotesk"/>
              </a:rPr>
              <a:t>Environment.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19"/>
          <p:cNvSpPr/>
          <p:nvPr/>
        </p:nvSpPr>
        <p:spPr>
          <a:xfrm>
            <a:off x="666750" y="2452688"/>
            <a:ext cx="3333750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737373"/>
              </a:buClr>
              <a:buSzPts val="1200"/>
              <a:buFont typeface="Space Grotesk"/>
              <a:buNone/>
            </a:pPr>
            <a:r>
              <a:rPr b="0" i="0" lang="en" sz="1200" u="none" cap="none" strike="noStrike">
                <a:solidFill>
                  <a:srgbClr val="737373"/>
                </a:solidFill>
                <a:latin typeface="Space Grotesk"/>
                <a:ea typeface="Space Grotesk"/>
                <a:cs typeface="Space Grotesk"/>
                <a:sym typeface="Space Grotesk"/>
              </a:rPr>
              <a:t>Placeholder content for the Wozku Master Template. This section will automatically populate once a Document is provided.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19"/>
          <p:cNvSpPr/>
          <p:nvPr/>
        </p:nvSpPr>
        <p:spPr>
          <a:xfrm>
            <a:off x="666750" y="3286125"/>
            <a:ext cx="3333750" cy="857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A3A3A3"/>
              </a:buClr>
              <a:buSzPts val="800"/>
              <a:buFont typeface="JetBrains Mono"/>
              <a:buNone/>
            </a:pPr>
            <a:r>
              <a:rPr b="0" i="0" lang="en" sz="800" u="none" cap="none" strike="noStrike">
                <a:solidFill>
                  <a:srgbClr val="A3A3A3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[01] Placeholder Attribute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A3A3A3"/>
              </a:buClr>
              <a:buSzPts val="800"/>
              <a:buFont typeface="JetBrains Mono"/>
              <a:buNone/>
            </a:pPr>
            <a:r>
              <a:rPr b="0" i="0" lang="en" sz="800" u="none" cap="none" strike="noStrike">
                <a:solidFill>
                  <a:srgbClr val="A3A3A3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[02] Placeholder Attribute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A3A3A3"/>
              </a:buClr>
              <a:buSzPts val="800"/>
              <a:buFont typeface="JetBrains Mono"/>
              <a:buNone/>
            </a:pPr>
            <a:r>
              <a:rPr b="0" i="0" lang="en" sz="800" u="none" cap="none" strike="noStrike">
                <a:solidFill>
                  <a:srgbClr val="A3A3A3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[03] Placeholder Attribute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19"/>
          <p:cNvSpPr/>
          <p:nvPr/>
        </p:nvSpPr>
        <p:spPr>
          <a:xfrm>
            <a:off x="4572000" y="0"/>
            <a:ext cx="4572000" cy="5143500"/>
          </a:xfrm>
          <a:prstGeom prst="rect">
            <a:avLst/>
          </a:prstGeom>
          <a:solidFill>
            <a:srgbClr val="FBFBFB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48" name="Google Shape;148;p19"/>
          <p:cNvCxnSpPr/>
          <p:nvPr/>
        </p:nvCxnSpPr>
        <p:spPr>
          <a:xfrm>
            <a:off x="4762500" y="1238250"/>
            <a:ext cx="190500" cy="0"/>
          </a:xfrm>
          <a:prstGeom prst="straightConnector1">
            <a:avLst/>
          </a:prstGeom>
          <a:noFill/>
          <a:ln cap="flat" cmpd="sng" w="9525">
            <a:solidFill>
              <a:srgbClr val="10B98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49" name="Google Shape;149;p19"/>
          <p:cNvSpPr/>
          <p:nvPr/>
        </p:nvSpPr>
        <p:spPr>
          <a:xfrm>
            <a:off x="5024438" y="1190625"/>
            <a:ext cx="4286250" cy="133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59669"/>
              </a:buClr>
              <a:buSzPts val="500"/>
              <a:buFont typeface="JetBrains Mono"/>
              <a:buNone/>
            </a:pPr>
            <a:r>
              <a:rPr b="1" i="0" lang="en" sz="500" u="none" cap="none" strike="noStrike">
                <a:solidFill>
                  <a:srgbClr val="05966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CONDITION B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19"/>
          <p:cNvSpPr/>
          <p:nvPr/>
        </p:nvSpPr>
        <p:spPr>
          <a:xfrm>
            <a:off x="4762500" y="1452563"/>
            <a:ext cx="3714750" cy="9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71717"/>
              </a:buClr>
              <a:buSzPts val="2700"/>
              <a:buFont typeface="Space Grotesk"/>
              <a:buNone/>
            </a:pPr>
            <a:r>
              <a:rPr b="1" i="0" lang="en" sz="2700" u="none" cap="none" strike="noStrike">
                <a:solidFill>
                  <a:srgbClr val="171717"/>
                </a:solidFill>
                <a:latin typeface="Space Grotesk"/>
                <a:ea typeface="Space Grotesk"/>
                <a:cs typeface="Space Grotesk"/>
                <a:sym typeface="Space Grotesk"/>
              </a:rPr>
              <a:t>Strategic Pivot</a:t>
            </a:r>
            <a:br>
              <a:rPr b="0" i="0" lang="en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" sz="2700" u="none" cap="none" strike="noStrike">
                <a:solidFill>
                  <a:srgbClr val="171717"/>
                </a:solidFill>
                <a:latin typeface="Space Grotesk"/>
                <a:ea typeface="Space Grotesk"/>
                <a:cs typeface="Space Grotesk"/>
                <a:sym typeface="Space Grotesk"/>
              </a:rPr>
              <a:t>Target State.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19"/>
          <p:cNvSpPr/>
          <p:nvPr/>
        </p:nvSpPr>
        <p:spPr>
          <a:xfrm>
            <a:off x="4762500" y="2452688"/>
            <a:ext cx="3714750" cy="1428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71717"/>
              </a:buClr>
              <a:buSzPts val="1200"/>
              <a:buFont typeface="Space Grotesk"/>
              <a:buNone/>
            </a:pPr>
            <a:r>
              <a:rPr b="0" i="0" lang="en" sz="1200" u="none" cap="none" strike="noStrike">
                <a:solidFill>
                  <a:srgbClr val="171717"/>
                </a:solidFill>
                <a:latin typeface="Space Grotesk"/>
                <a:ea typeface="Space Grotesk"/>
                <a:cs typeface="Space Grotesk"/>
                <a:sym typeface="Space Grotesk"/>
              </a:rPr>
              <a:t>Placeholder content for the Wozku Master Template. This section will automatically populate once a Document is provided.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19"/>
          <p:cNvSpPr/>
          <p:nvPr/>
        </p:nvSpPr>
        <p:spPr>
          <a:xfrm>
            <a:off x="304800" y="4914900"/>
            <a:ext cx="3333750" cy="1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3A3A3"/>
              </a:buClr>
              <a:buSzPts val="400"/>
              <a:buFont typeface="JetBrains Mono"/>
              <a:buNone/>
            </a:pPr>
            <a:r>
              <a:rPr b="0" i="0" lang="en" sz="400" u="none" cap="none" strike="noStrike">
                <a:solidFill>
                  <a:srgbClr val="A3A3A3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Two-Column Context</a:t>
            </a:r>
            <a:endParaRPr b="0" i="0" sz="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19"/>
          <p:cNvSpPr/>
          <p:nvPr/>
        </p:nvSpPr>
        <p:spPr>
          <a:xfrm>
            <a:off x="5505450" y="4914900"/>
            <a:ext cx="3333750" cy="1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A3A3A3"/>
              </a:buClr>
              <a:buSzPts val="400"/>
              <a:buFont typeface="JetBrains Mono"/>
              <a:buNone/>
            </a:pPr>
            <a:r>
              <a:rPr b="0" i="0" lang="en" sz="400" u="none" cap="none" strike="noStrike">
                <a:solidFill>
                  <a:srgbClr val="A3A3A3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5 / 14</a:t>
            </a:r>
            <a:endParaRPr b="0" i="0" sz="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59" name="Google Shape;159;p20"/>
          <p:cNvCxnSpPr/>
          <p:nvPr/>
        </p:nvCxnSpPr>
        <p:spPr>
          <a:xfrm>
            <a:off x="666750" y="1285875"/>
            <a:ext cx="190500" cy="0"/>
          </a:xfrm>
          <a:prstGeom prst="straightConnector1">
            <a:avLst/>
          </a:prstGeom>
          <a:noFill/>
          <a:ln cap="flat" cmpd="sng" w="9525">
            <a:solidFill>
              <a:srgbClr val="10B98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60" name="Google Shape;160;p20"/>
          <p:cNvSpPr/>
          <p:nvPr/>
        </p:nvSpPr>
        <p:spPr>
          <a:xfrm>
            <a:off x="928688" y="1238250"/>
            <a:ext cx="4286250" cy="133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59669"/>
              </a:buClr>
              <a:buSzPts val="500"/>
              <a:buFont typeface="JetBrains Mono"/>
              <a:buNone/>
            </a:pPr>
            <a:r>
              <a:rPr b="1" i="0" lang="en" sz="500" u="none" cap="none" strike="noStrike">
                <a:solidFill>
                  <a:srgbClr val="05966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PERFORMANCE METRIC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20"/>
          <p:cNvSpPr/>
          <p:nvPr/>
        </p:nvSpPr>
        <p:spPr>
          <a:xfrm>
            <a:off x="666750" y="1452563"/>
            <a:ext cx="7620000" cy="1571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71717"/>
              </a:buClr>
              <a:buSzPts val="15800"/>
              <a:buFont typeface="Space Grotesk"/>
              <a:buNone/>
            </a:pPr>
            <a:r>
              <a:rPr b="1" i="0" lang="en" sz="15800" u="none" cap="none" strike="noStrike">
                <a:solidFill>
                  <a:srgbClr val="171717"/>
                </a:solidFill>
                <a:latin typeface="Space Grotesk"/>
                <a:ea typeface="Space Grotesk"/>
                <a:cs typeface="Space Grotesk"/>
                <a:sym typeface="Space Grotesk"/>
              </a:rPr>
              <a:t>000.0</a:t>
            </a:r>
            <a:r>
              <a:rPr b="1" i="0" lang="en" sz="4700" u="none" cap="none" strike="noStrike">
                <a:solidFill>
                  <a:srgbClr val="10B981"/>
                </a:solidFill>
                <a:latin typeface="Space Grotesk"/>
                <a:ea typeface="Space Grotesk"/>
                <a:cs typeface="Space Grotesk"/>
                <a:sym typeface="Space Grotesk"/>
              </a:rPr>
              <a:t> M</a:t>
            </a:r>
            <a:endParaRPr b="0" i="0" sz="15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20"/>
          <p:cNvSpPr/>
          <p:nvPr/>
        </p:nvSpPr>
        <p:spPr>
          <a:xfrm>
            <a:off x="666750" y="3000375"/>
            <a:ext cx="76200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171717"/>
              </a:buClr>
              <a:buSzPts val="2400"/>
              <a:buFont typeface="Space Grotesk"/>
              <a:buNone/>
            </a:pPr>
            <a:r>
              <a:rPr b="1" i="0" lang="en" sz="2400" u="none" cap="none" strike="noStrike">
                <a:solidFill>
                  <a:srgbClr val="171717"/>
                </a:solidFill>
                <a:latin typeface="Space Grotesk"/>
                <a:ea typeface="Space Grotesk"/>
                <a:cs typeface="Space Grotesk"/>
                <a:sym typeface="Space Grotesk"/>
              </a:rPr>
              <a:t>Primary Performance Variable Title.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20"/>
          <p:cNvSpPr/>
          <p:nvPr/>
        </p:nvSpPr>
        <p:spPr>
          <a:xfrm>
            <a:off x="666750" y="3548063"/>
            <a:ext cx="3810000" cy="1047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737373"/>
              </a:buClr>
              <a:buSzPts val="1200"/>
              <a:buFont typeface="Space Grotesk"/>
              <a:buNone/>
            </a:pPr>
            <a:r>
              <a:rPr b="0" i="0" lang="en" sz="1200" u="none" cap="none" strike="noStrike">
                <a:solidFill>
                  <a:srgbClr val="737373"/>
                </a:solidFill>
                <a:latin typeface="Space Grotesk"/>
                <a:ea typeface="Space Grotesk"/>
                <a:cs typeface="Space Grotesk"/>
                <a:sym typeface="Space Grotesk"/>
              </a:rPr>
              <a:t>Placeholder content for the Wozku Master Template. This section will automatically populate once a Document is provided.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20"/>
          <p:cNvSpPr/>
          <p:nvPr/>
        </p:nvSpPr>
        <p:spPr>
          <a:xfrm>
            <a:off x="304800" y="4914900"/>
            <a:ext cx="3333750" cy="1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3A3A3"/>
              </a:buClr>
              <a:buSzPts val="400"/>
              <a:buFont typeface="JetBrains Mono"/>
              <a:buNone/>
            </a:pPr>
            <a:r>
              <a:rPr b="0" i="0" lang="en" sz="400" u="none" cap="none" strike="noStrike">
                <a:solidFill>
                  <a:srgbClr val="A3A3A3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Data Monument</a:t>
            </a:r>
            <a:endParaRPr b="0" i="0" sz="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20"/>
          <p:cNvSpPr/>
          <p:nvPr/>
        </p:nvSpPr>
        <p:spPr>
          <a:xfrm>
            <a:off x="5505450" y="4914900"/>
            <a:ext cx="3333750" cy="1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A3A3A3"/>
              </a:buClr>
              <a:buSzPts val="400"/>
              <a:buFont typeface="JetBrains Mono"/>
              <a:buNone/>
            </a:pPr>
            <a:r>
              <a:rPr b="0" i="0" lang="en" sz="400" u="none" cap="none" strike="noStrike">
                <a:solidFill>
                  <a:srgbClr val="A3A3A3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6 / 14</a:t>
            </a:r>
            <a:endParaRPr b="0" i="0" sz="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21"/>
          <p:cNvSpPr/>
          <p:nvPr/>
        </p:nvSpPr>
        <p:spPr>
          <a:xfrm>
            <a:off x="381000" y="261938"/>
            <a:ext cx="3810000" cy="14287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37373"/>
              </a:buClr>
              <a:buSzPts val="500"/>
              <a:buFont typeface="JetBrains Mono"/>
              <a:buNone/>
            </a:pPr>
            <a:r>
              <a:rPr b="0" i="0" lang="en" sz="500" u="none" cap="none" strike="noStrike">
                <a:solidFill>
                  <a:srgbClr val="737373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METRICS DASHBOARD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21"/>
          <p:cNvSpPr/>
          <p:nvPr/>
        </p:nvSpPr>
        <p:spPr>
          <a:xfrm>
            <a:off x="4953000" y="261938"/>
            <a:ext cx="3810000" cy="14287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737373"/>
              </a:buClr>
              <a:buSzPts val="500"/>
              <a:buFont typeface="JetBrains Mono"/>
              <a:buNone/>
            </a:pPr>
            <a:r>
              <a:rPr b="0" i="0" lang="en" sz="500" u="none" cap="none" strike="noStrike">
                <a:solidFill>
                  <a:srgbClr val="737373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07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73" name="Google Shape;173;p21"/>
          <p:cNvCxnSpPr/>
          <p:nvPr/>
        </p:nvCxnSpPr>
        <p:spPr>
          <a:xfrm>
            <a:off x="381000" y="438150"/>
            <a:ext cx="8382000" cy="0"/>
          </a:xfrm>
          <a:prstGeom prst="straightConnector1">
            <a:avLst/>
          </a:prstGeom>
          <a:noFill/>
          <a:ln cap="flat" cmpd="sng" w="9525">
            <a:solidFill>
              <a:srgbClr val="E5E5E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74" name="Google Shape;174;p21"/>
          <p:cNvCxnSpPr/>
          <p:nvPr/>
        </p:nvCxnSpPr>
        <p:spPr>
          <a:xfrm>
            <a:off x="666750" y="1285875"/>
            <a:ext cx="190500" cy="0"/>
          </a:xfrm>
          <a:prstGeom prst="straightConnector1">
            <a:avLst/>
          </a:prstGeom>
          <a:noFill/>
          <a:ln cap="flat" cmpd="sng" w="9525">
            <a:solidFill>
              <a:srgbClr val="10B98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75" name="Google Shape;175;p21"/>
          <p:cNvSpPr/>
          <p:nvPr/>
        </p:nvSpPr>
        <p:spPr>
          <a:xfrm>
            <a:off x="928688" y="1238250"/>
            <a:ext cx="4286250" cy="133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59669"/>
              </a:buClr>
              <a:buSzPts val="500"/>
              <a:buFont typeface="JetBrains Mono"/>
              <a:buNone/>
            </a:pPr>
            <a:r>
              <a:rPr b="1" i="0" lang="en" sz="500" u="none" cap="none" strike="noStrike">
                <a:solidFill>
                  <a:srgbClr val="05966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TEMPORAL PERFORMANCE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76" name="Google Shape;176;p21"/>
          <p:cNvCxnSpPr/>
          <p:nvPr/>
        </p:nvCxnSpPr>
        <p:spPr>
          <a:xfrm>
            <a:off x="666750" y="3190875"/>
            <a:ext cx="7810500" cy="0"/>
          </a:xfrm>
          <a:prstGeom prst="straightConnector1">
            <a:avLst/>
          </a:prstGeom>
          <a:noFill/>
          <a:ln cap="flat" cmpd="sng" w="12700">
            <a:solidFill>
              <a:srgbClr val="171717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77" name="Google Shape;177;p21"/>
          <p:cNvSpPr/>
          <p:nvPr/>
        </p:nvSpPr>
        <p:spPr>
          <a:xfrm>
            <a:off x="666750" y="2690813"/>
            <a:ext cx="1881188" cy="500063"/>
          </a:xfrm>
          <a:prstGeom prst="rect">
            <a:avLst/>
          </a:prstGeom>
          <a:solidFill>
            <a:srgbClr val="E5E5E5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p21"/>
          <p:cNvSpPr/>
          <p:nvPr/>
        </p:nvSpPr>
        <p:spPr>
          <a:xfrm>
            <a:off x="619125" y="1333500"/>
            <a:ext cx="1976438" cy="142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37373"/>
              </a:buClr>
              <a:buSzPts val="500"/>
              <a:buFont typeface="JetBrains Mono"/>
              <a:buNone/>
            </a:pPr>
            <a:r>
              <a:rPr b="0" i="0" lang="en" sz="500" u="none" cap="none" strike="noStrike">
                <a:solidFill>
                  <a:srgbClr val="737373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P1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21"/>
          <p:cNvSpPr/>
          <p:nvPr/>
        </p:nvSpPr>
        <p:spPr>
          <a:xfrm>
            <a:off x="2643188" y="2440781"/>
            <a:ext cx="1881188" cy="750094"/>
          </a:xfrm>
          <a:prstGeom prst="rect">
            <a:avLst/>
          </a:prstGeom>
          <a:solidFill>
            <a:srgbClr val="E5E5E5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p21"/>
          <p:cNvSpPr/>
          <p:nvPr/>
        </p:nvSpPr>
        <p:spPr>
          <a:xfrm>
            <a:off x="2595563" y="1333500"/>
            <a:ext cx="1976438" cy="142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37373"/>
              </a:buClr>
              <a:buSzPts val="500"/>
              <a:buFont typeface="JetBrains Mono"/>
              <a:buNone/>
            </a:pPr>
            <a:r>
              <a:rPr b="0" i="0" lang="en" sz="500" u="none" cap="none" strike="noStrike">
                <a:solidFill>
                  <a:srgbClr val="737373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P2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21"/>
          <p:cNvSpPr/>
          <p:nvPr/>
        </p:nvSpPr>
        <p:spPr>
          <a:xfrm>
            <a:off x="4619625" y="2024063"/>
            <a:ext cx="1881188" cy="1166813"/>
          </a:xfrm>
          <a:prstGeom prst="rect">
            <a:avLst/>
          </a:prstGeom>
          <a:solidFill>
            <a:srgbClr val="E5E5E5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p21"/>
          <p:cNvSpPr/>
          <p:nvPr/>
        </p:nvSpPr>
        <p:spPr>
          <a:xfrm>
            <a:off x="4572000" y="1333500"/>
            <a:ext cx="1976438" cy="142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37373"/>
              </a:buClr>
              <a:buSzPts val="500"/>
              <a:buFont typeface="JetBrains Mono"/>
              <a:buNone/>
            </a:pPr>
            <a:r>
              <a:rPr b="0" i="0" lang="en" sz="500" u="none" cap="none" strike="noStrike">
                <a:solidFill>
                  <a:srgbClr val="737373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P3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21"/>
          <p:cNvSpPr/>
          <p:nvPr/>
        </p:nvSpPr>
        <p:spPr>
          <a:xfrm>
            <a:off x="6596063" y="1607344"/>
            <a:ext cx="1881188" cy="1583531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p21"/>
          <p:cNvSpPr/>
          <p:nvPr/>
        </p:nvSpPr>
        <p:spPr>
          <a:xfrm>
            <a:off x="6548438" y="1333500"/>
            <a:ext cx="1976438" cy="142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37373"/>
              </a:buClr>
              <a:buSzPts val="500"/>
              <a:buFont typeface="JetBrains Mono"/>
              <a:buNone/>
            </a:pPr>
            <a:r>
              <a:rPr b="0" i="0" lang="en" sz="500" u="none" cap="none" strike="noStrike">
                <a:solidFill>
                  <a:srgbClr val="737373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P4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85" name="Google Shape;185;p21"/>
          <p:cNvCxnSpPr/>
          <p:nvPr/>
        </p:nvCxnSpPr>
        <p:spPr>
          <a:xfrm>
            <a:off x="666750" y="3609975"/>
            <a:ext cx="190500" cy="0"/>
          </a:xfrm>
          <a:prstGeom prst="straightConnector1">
            <a:avLst/>
          </a:prstGeom>
          <a:noFill/>
          <a:ln cap="flat" cmpd="sng" w="9525">
            <a:solidFill>
              <a:srgbClr val="10B98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86" name="Google Shape;186;p21"/>
          <p:cNvSpPr/>
          <p:nvPr/>
        </p:nvSpPr>
        <p:spPr>
          <a:xfrm>
            <a:off x="928688" y="3571875"/>
            <a:ext cx="4286250" cy="1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59669"/>
              </a:buClr>
              <a:buSzPts val="400"/>
              <a:buFont typeface="JetBrains Mono"/>
              <a:buNone/>
            </a:pPr>
            <a:r>
              <a:rPr b="1" i="0" lang="en" sz="400" u="none" cap="none" strike="noStrike">
                <a:solidFill>
                  <a:srgbClr val="05966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METRIC ALPHA</a:t>
            </a:r>
            <a:endParaRPr b="0" i="0" sz="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21"/>
          <p:cNvSpPr/>
          <p:nvPr/>
        </p:nvSpPr>
        <p:spPr>
          <a:xfrm>
            <a:off x="666750" y="3762375"/>
            <a:ext cx="2476500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171717"/>
              </a:buClr>
              <a:buSzPts val="2400"/>
              <a:buFont typeface="Space Grotesk"/>
              <a:buNone/>
            </a:pPr>
            <a:r>
              <a:rPr b="1" i="0" lang="en" sz="2400" u="none" cap="none" strike="noStrike">
                <a:solidFill>
                  <a:srgbClr val="171717"/>
                </a:solidFill>
                <a:latin typeface="Space Grotesk"/>
                <a:ea typeface="Space Grotesk"/>
                <a:cs typeface="Space Grotesk"/>
                <a:sym typeface="Space Grotesk"/>
              </a:rPr>
              <a:t>00.0%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88" name="Google Shape;188;p21"/>
          <p:cNvCxnSpPr/>
          <p:nvPr/>
        </p:nvCxnSpPr>
        <p:spPr>
          <a:xfrm>
            <a:off x="3333750" y="3609975"/>
            <a:ext cx="190500" cy="0"/>
          </a:xfrm>
          <a:prstGeom prst="straightConnector1">
            <a:avLst/>
          </a:prstGeom>
          <a:noFill/>
          <a:ln cap="flat" cmpd="sng" w="9525">
            <a:solidFill>
              <a:srgbClr val="10B98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89" name="Google Shape;189;p21"/>
          <p:cNvSpPr/>
          <p:nvPr/>
        </p:nvSpPr>
        <p:spPr>
          <a:xfrm>
            <a:off x="3595688" y="3571875"/>
            <a:ext cx="4286250" cy="1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59669"/>
              </a:buClr>
              <a:buSzPts val="400"/>
              <a:buFont typeface="JetBrains Mono"/>
              <a:buNone/>
            </a:pPr>
            <a:r>
              <a:rPr b="1" i="0" lang="en" sz="400" u="none" cap="none" strike="noStrike">
                <a:solidFill>
                  <a:srgbClr val="05966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METRIC BETA</a:t>
            </a:r>
            <a:endParaRPr b="0" i="0" sz="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21"/>
          <p:cNvSpPr/>
          <p:nvPr/>
        </p:nvSpPr>
        <p:spPr>
          <a:xfrm>
            <a:off x="3333750" y="3762375"/>
            <a:ext cx="2476500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171717"/>
              </a:buClr>
              <a:buSzPts val="2400"/>
              <a:buFont typeface="Space Grotesk"/>
              <a:buNone/>
            </a:pPr>
            <a:r>
              <a:rPr b="1" i="0" lang="en" sz="2400" u="none" cap="none" strike="noStrike">
                <a:solidFill>
                  <a:srgbClr val="171717"/>
                </a:solidFill>
                <a:latin typeface="Space Grotesk"/>
                <a:ea typeface="Space Grotesk"/>
                <a:cs typeface="Space Grotesk"/>
                <a:sym typeface="Space Grotesk"/>
              </a:rPr>
              <a:t>00.0x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91" name="Google Shape;191;p21"/>
          <p:cNvCxnSpPr/>
          <p:nvPr/>
        </p:nvCxnSpPr>
        <p:spPr>
          <a:xfrm>
            <a:off x="6000750" y="3609975"/>
            <a:ext cx="190500" cy="0"/>
          </a:xfrm>
          <a:prstGeom prst="straightConnector1">
            <a:avLst/>
          </a:prstGeom>
          <a:noFill/>
          <a:ln cap="flat" cmpd="sng" w="9525">
            <a:solidFill>
              <a:srgbClr val="10B98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92" name="Google Shape;192;p21"/>
          <p:cNvSpPr/>
          <p:nvPr/>
        </p:nvSpPr>
        <p:spPr>
          <a:xfrm>
            <a:off x="6262688" y="3571875"/>
            <a:ext cx="4286250" cy="1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59669"/>
              </a:buClr>
              <a:buSzPts val="400"/>
              <a:buFont typeface="JetBrains Mono"/>
              <a:buNone/>
            </a:pPr>
            <a:r>
              <a:rPr b="1" i="0" lang="en" sz="400" u="none" cap="none" strike="noStrike">
                <a:solidFill>
                  <a:srgbClr val="05966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METRIC GAMMA</a:t>
            </a:r>
            <a:endParaRPr b="0" i="0" sz="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21"/>
          <p:cNvSpPr/>
          <p:nvPr/>
        </p:nvSpPr>
        <p:spPr>
          <a:xfrm>
            <a:off x="6000750" y="3762375"/>
            <a:ext cx="2476500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171717"/>
              </a:buClr>
              <a:buSzPts val="2400"/>
              <a:buFont typeface="Space Grotesk"/>
              <a:buNone/>
            </a:pPr>
            <a:r>
              <a:rPr b="1" i="0" lang="en" sz="2400" u="none" cap="none" strike="noStrike">
                <a:solidFill>
                  <a:srgbClr val="171717"/>
                </a:solidFill>
                <a:latin typeface="Space Grotesk"/>
                <a:ea typeface="Space Grotesk"/>
                <a:cs typeface="Space Grotesk"/>
                <a:sym typeface="Space Grotesk"/>
              </a:rPr>
              <a:t>-00%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21"/>
          <p:cNvSpPr/>
          <p:nvPr/>
        </p:nvSpPr>
        <p:spPr>
          <a:xfrm>
            <a:off x="304800" y="4914900"/>
            <a:ext cx="3333750" cy="1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3A3A3"/>
              </a:buClr>
              <a:buSzPts val="400"/>
              <a:buFont typeface="JetBrains Mono"/>
              <a:buNone/>
            </a:pPr>
            <a:r>
              <a:rPr b="0" i="0" lang="en" sz="400" u="none" cap="none" strike="noStrike">
                <a:solidFill>
                  <a:srgbClr val="A3A3A3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Metrics Dashboard</a:t>
            </a:r>
            <a:endParaRPr b="0" i="0" sz="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21"/>
          <p:cNvSpPr/>
          <p:nvPr/>
        </p:nvSpPr>
        <p:spPr>
          <a:xfrm>
            <a:off x="5505450" y="4914900"/>
            <a:ext cx="3333750" cy="1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A3A3A3"/>
              </a:buClr>
              <a:buSzPts val="400"/>
              <a:buFont typeface="JetBrains Mono"/>
              <a:buNone/>
            </a:pPr>
            <a:r>
              <a:rPr b="0" i="0" lang="en" sz="400" u="none" cap="none" strike="noStrike">
                <a:solidFill>
                  <a:srgbClr val="A3A3A3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7 / 14</a:t>
            </a:r>
            <a:endParaRPr b="0" i="0" sz="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22"/>
          <p:cNvSpPr/>
          <p:nvPr/>
        </p:nvSpPr>
        <p:spPr>
          <a:xfrm>
            <a:off x="381000" y="261938"/>
            <a:ext cx="3810000" cy="14287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37373"/>
              </a:buClr>
              <a:buSzPts val="500"/>
              <a:buFont typeface="JetBrains Mono"/>
              <a:buNone/>
            </a:pPr>
            <a:r>
              <a:rPr b="0" i="0" lang="en" sz="500" u="none" cap="none" strike="noStrike">
                <a:solidFill>
                  <a:srgbClr val="737373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COMPARATIVE FRAMEWORK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22"/>
          <p:cNvSpPr/>
          <p:nvPr/>
        </p:nvSpPr>
        <p:spPr>
          <a:xfrm>
            <a:off x="4953000" y="261938"/>
            <a:ext cx="3810000" cy="14287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737373"/>
              </a:buClr>
              <a:buSzPts val="500"/>
              <a:buFont typeface="JetBrains Mono"/>
              <a:buNone/>
            </a:pPr>
            <a:r>
              <a:rPr b="0" i="0" lang="en" sz="500" u="none" cap="none" strike="noStrike">
                <a:solidFill>
                  <a:srgbClr val="737373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08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03" name="Google Shape;203;p22"/>
          <p:cNvCxnSpPr/>
          <p:nvPr/>
        </p:nvCxnSpPr>
        <p:spPr>
          <a:xfrm>
            <a:off x="381000" y="438150"/>
            <a:ext cx="8382000" cy="0"/>
          </a:xfrm>
          <a:prstGeom prst="straightConnector1">
            <a:avLst/>
          </a:prstGeom>
          <a:noFill/>
          <a:ln cap="flat" cmpd="sng" w="9525">
            <a:solidFill>
              <a:srgbClr val="E5E5E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04" name="Google Shape;204;p22"/>
          <p:cNvCxnSpPr/>
          <p:nvPr/>
        </p:nvCxnSpPr>
        <p:spPr>
          <a:xfrm>
            <a:off x="666750" y="1285875"/>
            <a:ext cx="190500" cy="0"/>
          </a:xfrm>
          <a:prstGeom prst="straightConnector1">
            <a:avLst/>
          </a:prstGeom>
          <a:noFill/>
          <a:ln cap="flat" cmpd="sng" w="9525">
            <a:solidFill>
              <a:srgbClr val="10B98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05" name="Google Shape;205;p22"/>
          <p:cNvSpPr/>
          <p:nvPr/>
        </p:nvSpPr>
        <p:spPr>
          <a:xfrm>
            <a:off x="928688" y="1238250"/>
            <a:ext cx="4286250" cy="133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59669"/>
              </a:buClr>
              <a:buSzPts val="500"/>
              <a:buFont typeface="JetBrains Mono"/>
              <a:buNone/>
            </a:pPr>
            <a:r>
              <a:rPr b="1" i="0" lang="en" sz="500" u="none" cap="none" strike="noStrike">
                <a:solidFill>
                  <a:srgbClr val="05966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BENCHMARK COMPARISON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06" name="Google Shape;206;p22"/>
          <p:cNvGraphicFramePr/>
          <p:nvPr/>
        </p:nvGraphicFramePr>
        <p:xfrm>
          <a:off x="666750" y="15716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{6F9704C9-9CEB-4997-95AD-E26AED909CF5}</a:tableStyleId>
              </a:tblPr>
              <a:tblGrid>
                <a:gridCol w="1483975"/>
                <a:gridCol w="2108825"/>
                <a:gridCol w="2108825"/>
                <a:gridCol w="2108825"/>
              </a:tblGrid>
              <a:tr h="619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737373"/>
                        </a:buClr>
                        <a:buSzPts val="500"/>
                        <a:buFont typeface="JetBrains Mono"/>
                        <a:buNone/>
                      </a:pPr>
                      <a:r>
                        <a:rPr lang="en" sz="500" u="none" cap="none" strike="noStrike">
                          <a:solidFill>
                            <a:srgbClr val="737373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Analysis Category</a:t>
                      </a:r>
                      <a:endParaRPr sz="500" u="none" cap="none" strike="noStrike">
                        <a:latin typeface="JetBrains Mono"/>
                        <a:ea typeface="JetBrains Mono"/>
                        <a:cs typeface="JetBrains Mono"/>
                        <a:sym typeface="JetBrains Mono"/>
                      </a:endParaRPr>
                    </a:p>
                  </a:txBody>
                  <a:tcPr marT="38100" marB="38100" marR="171450" marL="0" anchor="b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171717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737373"/>
                        </a:buClr>
                        <a:buSzPts val="500"/>
                        <a:buFont typeface="JetBrains Mono"/>
                        <a:buNone/>
                      </a:pPr>
                      <a:r>
                        <a:rPr lang="en" sz="500" u="none" cap="none" strike="noStrike">
                          <a:solidFill>
                            <a:srgbClr val="737373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Current Variable</a:t>
                      </a:r>
                      <a:endParaRPr sz="500" u="none" cap="none" strike="noStrike">
                        <a:latin typeface="JetBrains Mono"/>
                        <a:ea typeface="JetBrains Mono"/>
                        <a:cs typeface="JetBrains Mono"/>
                        <a:sym typeface="JetBrains Mono"/>
                      </a:endParaRPr>
                    </a:p>
                  </a:txBody>
                  <a:tcPr marT="38100" marB="38100" marR="171450" marL="0" anchor="b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171717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737373"/>
                        </a:buClr>
                        <a:buSzPts val="500"/>
                        <a:buFont typeface="JetBrains Mono"/>
                        <a:buNone/>
                      </a:pPr>
                      <a:r>
                        <a:rPr lang="en" sz="500" u="none" cap="none" strike="noStrike">
                          <a:solidFill>
                            <a:srgbClr val="737373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Target Variable</a:t>
                      </a:r>
                      <a:endParaRPr sz="500" u="none" cap="none" strike="noStrike">
                        <a:latin typeface="JetBrains Mono"/>
                        <a:ea typeface="JetBrains Mono"/>
                        <a:cs typeface="JetBrains Mono"/>
                        <a:sym typeface="JetBrains Mono"/>
                      </a:endParaRPr>
                    </a:p>
                  </a:txBody>
                  <a:tcPr marT="38100" marB="38100" marR="171450" marL="0" anchor="b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171717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737373"/>
                        </a:buClr>
                        <a:buSzPts val="500"/>
                        <a:buFont typeface="JetBrains Mono"/>
                        <a:buNone/>
                      </a:pPr>
                      <a:r>
                        <a:rPr lang="en" sz="500" u="none" cap="none" strike="noStrike">
                          <a:solidFill>
                            <a:srgbClr val="737373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Performance Delta</a:t>
                      </a:r>
                      <a:endParaRPr sz="500" u="none" cap="none" strike="noStrike">
                        <a:latin typeface="JetBrains Mono"/>
                        <a:ea typeface="JetBrains Mono"/>
                        <a:cs typeface="JetBrains Mono"/>
                        <a:sym typeface="JetBrains Mono"/>
                      </a:endParaRPr>
                    </a:p>
                  </a:txBody>
                  <a:tcPr marT="38100" marB="38100" marR="171450" marL="0" anchor="b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171717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38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71717"/>
                        </a:buClr>
                        <a:buSzPts val="1000"/>
                        <a:buFont typeface="Space Grotesk"/>
                        <a:buNone/>
                      </a:pPr>
                      <a:r>
                        <a:rPr lang="en" sz="1000" u="none" cap="none" strike="noStrike">
                          <a:solidFill>
                            <a:srgbClr val="171717"/>
                          </a:solidFill>
                          <a:latin typeface="Space Grotesk"/>
                          <a:ea typeface="Space Grotesk"/>
                          <a:cs typeface="Space Grotesk"/>
                          <a:sym typeface="Space Grotesk"/>
                        </a:rPr>
                        <a:t>Dimension 01</a:t>
                      </a:r>
                      <a:endParaRPr sz="1000" u="none" cap="none" strike="noStrike">
                        <a:latin typeface="Space Grotesk"/>
                        <a:ea typeface="Space Grotesk"/>
                        <a:cs typeface="Space Grotesk"/>
                        <a:sym typeface="Space Grotesk"/>
                      </a:endParaRPr>
                    </a:p>
                  </a:txBody>
                  <a:tcPr marT="38100" marB="38100" marR="171450" marL="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171717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5E5E5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71717"/>
                        </a:buClr>
                        <a:buSzPts val="1000"/>
                        <a:buFont typeface="Space Grotesk"/>
                        <a:buNone/>
                      </a:pPr>
                      <a:r>
                        <a:rPr lang="en" sz="1000" u="none" cap="none" strike="noStrike">
                          <a:solidFill>
                            <a:srgbClr val="171717"/>
                          </a:solidFill>
                          <a:latin typeface="Space Grotesk"/>
                          <a:ea typeface="Space Grotesk"/>
                          <a:cs typeface="Space Grotesk"/>
                          <a:sym typeface="Space Grotesk"/>
                        </a:rPr>
                        <a:t>00.0</a:t>
                      </a:r>
                      <a:endParaRPr sz="1000" u="none" cap="none" strike="noStrike">
                        <a:latin typeface="Space Grotesk"/>
                        <a:ea typeface="Space Grotesk"/>
                        <a:cs typeface="Space Grotesk"/>
                        <a:sym typeface="Space Grotesk"/>
                      </a:endParaRPr>
                    </a:p>
                  </a:txBody>
                  <a:tcPr marT="38100" marB="38100" marR="171450" marL="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171717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5E5E5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71717"/>
                        </a:buClr>
                        <a:buSzPts val="1000"/>
                        <a:buFont typeface="Space Grotesk"/>
                        <a:buNone/>
                      </a:pPr>
                      <a:r>
                        <a:rPr lang="en" sz="1000" u="none" cap="none" strike="noStrike">
                          <a:solidFill>
                            <a:srgbClr val="171717"/>
                          </a:solidFill>
                          <a:latin typeface="Space Grotesk"/>
                          <a:ea typeface="Space Grotesk"/>
                          <a:cs typeface="Space Grotesk"/>
                          <a:sym typeface="Space Grotesk"/>
                        </a:rPr>
                        <a:t>00.0</a:t>
                      </a:r>
                      <a:endParaRPr sz="1000" u="none" cap="none" strike="noStrike">
                        <a:latin typeface="Space Grotesk"/>
                        <a:ea typeface="Space Grotesk"/>
                        <a:cs typeface="Space Grotesk"/>
                        <a:sym typeface="Space Grotesk"/>
                      </a:endParaRPr>
                    </a:p>
                  </a:txBody>
                  <a:tcPr marT="38100" marB="38100" marR="171450" marL="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171717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5E5E5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59669"/>
                        </a:buClr>
                        <a:buSzPts val="1000"/>
                        <a:buFont typeface="Space Grotesk"/>
                        <a:buNone/>
                      </a:pPr>
                      <a:r>
                        <a:rPr lang="en" sz="1000" u="none" cap="none" strike="noStrike">
                          <a:solidFill>
                            <a:srgbClr val="059669"/>
                          </a:solidFill>
                          <a:latin typeface="Space Grotesk"/>
                          <a:ea typeface="Space Grotesk"/>
                          <a:cs typeface="Space Grotesk"/>
                          <a:sym typeface="Space Grotesk"/>
                        </a:rPr>
                        <a:t>+00.0%</a:t>
                      </a:r>
                      <a:endParaRPr sz="1000" u="none" cap="none" strike="noStrike">
                        <a:latin typeface="Space Grotesk"/>
                        <a:ea typeface="Space Grotesk"/>
                        <a:cs typeface="Space Grotesk"/>
                        <a:sym typeface="Space Grotesk"/>
                      </a:endParaRPr>
                    </a:p>
                  </a:txBody>
                  <a:tcPr marT="38100" marB="38100" marR="171450" marL="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171717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5E5E5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38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71717"/>
                        </a:buClr>
                        <a:buSzPts val="1000"/>
                        <a:buFont typeface="Space Grotesk"/>
                        <a:buNone/>
                      </a:pPr>
                      <a:r>
                        <a:rPr lang="en" sz="1000" u="none" cap="none" strike="noStrike">
                          <a:solidFill>
                            <a:srgbClr val="171717"/>
                          </a:solidFill>
                          <a:latin typeface="Space Grotesk"/>
                          <a:ea typeface="Space Grotesk"/>
                          <a:cs typeface="Space Grotesk"/>
                          <a:sym typeface="Space Grotesk"/>
                        </a:rPr>
                        <a:t>Dimension 02</a:t>
                      </a:r>
                      <a:endParaRPr sz="1000" u="none" cap="none" strike="noStrike">
                        <a:latin typeface="Space Grotesk"/>
                        <a:ea typeface="Space Grotesk"/>
                        <a:cs typeface="Space Grotesk"/>
                        <a:sym typeface="Space Grotesk"/>
                      </a:endParaRPr>
                    </a:p>
                  </a:txBody>
                  <a:tcPr marT="38100" marB="38100" marR="171450" marL="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5E5E5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5E5E5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71717"/>
                        </a:buClr>
                        <a:buSzPts val="1000"/>
                        <a:buFont typeface="Space Grotesk"/>
                        <a:buNone/>
                      </a:pPr>
                      <a:r>
                        <a:rPr lang="en" sz="1000" u="none" cap="none" strike="noStrike">
                          <a:solidFill>
                            <a:srgbClr val="171717"/>
                          </a:solidFill>
                          <a:latin typeface="Space Grotesk"/>
                          <a:ea typeface="Space Grotesk"/>
                          <a:cs typeface="Space Grotesk"/>
                          <a:sym typeface="Space Grotesk"/>
                        </a:rPr>
                        <a:t>0.00%</a:t>
                      </a:r>
                      <a:endParaRPr sz="1000" u="none" cap="none" strike="noStrike">
                        <a:latin typeface="Space Grotesk"/>
                        <a:ea typeface="Space Grotesk"/>
                        <a:cs typeface="Space Grotesk"/>
                        <a:sym typeface="Space Grotesk"/>
                      </a:endParaRPr>
                    </a:p>
                  </a:txBody>
                  <a:tcPr marT="38100" marB="38100" marR="171450" marL="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5E5E5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5E5E5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71717"/>
                        </a:buClr>
                        <a:buSzPts val="1000"/>
                        <a:buFont typeface="Space Grotesk"/>
                        <a:buNone/>
                      </a:pPr>
                      <a:r>
                        <a:rPr lang="en" sz="1000" u="none" cap="none" strike="noStrike">
                          <a:solidFill>
                            <a:srgbClr val="171717"/>
                          </a:solidFill>
                          <a:latin typeface="Space Grotesk"/>
                          <a:ea typeface="Space Grotesk"/>
                          <a:cs typeface="Space Grotesk"/>
                          <a:sym typeface="Space Grotesk"/>
                        </a:rPr>
                        <a:t>0.00%</a:t>
                      </a:r>
                      <a:endParaRPr sz="1000" u="none" cap="none" strike="noStrike">
                        <a:latin typeface="Space Grotesk"/>
                        <a:ea typeface="Space Grotesk"/>
                        <a:cs typeface="Space Grotesk"/>
                        <a:sym typeface="Space Grotesk"/>
                      </a:endParaRPr>
                    </a:p>
                  </a:txBody>
                  <a:tcPr marT="38100" marB="38100" marR="171450" marL="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5E5E5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5E5E5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59669"/>
                        </a:buClr>
                        <a:buSzPts val="1000"/>
                        <a:buFont typeface="Space Grotesk"/>
                        <a:buNone/>
                      </a:pPr>
                      <a:r>
                        <a:rPr lang="en" sz="1000" u="none" cap="none" strike="noStrike">
                          <a:solidFill>
                            <a:srgbClr val="059669"/>
                          </a:solidFill>
                          <a:latin typeface="Space Grotesk"/>
                          <a:ea typeface="Space Grotesk"/>
                          <a:cs typeface="Space Grotesk"/>
                          <a:sym typeface="Space Grotesk"/>
                        </a:rPr>
                        <a:t>+00.0%</a:t>
                      </a:r>
                      <a:endParaRPr sz="1000" u="none" cap="none" strike="noStrike">
                        <a:latin typeface="Space Grotesk"/>
                        <a:ea typeface="Space Grotesk"/>
                        <a:cs typeface="Space Grotesk"/>
                        <a:sym typeface="Space Grotesk"/>
                      </a:endParaRPr>
                    </a:p>
                  </a:txBody>
                  <a:tcPr marT="38100" marB="38100" marR="171450" marL="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5E5E5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5E5E5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38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71717"/>
                        </a:buClr>
                        <a:buSzPts val="1000"/>
                        <a:buFont typeface="Space Grotesk"/>
                        <a:buNone/>
                      </a:pPr>
                      <a:r>
                        <a:rPr lang="en" sz="1000" u="none" cap="none" strike="noStrike">
                          <a:solidFill>
                            <a:srgbClr val="171717"/>
                          </a:solidFill>
                          <a:latin typeface="Space Grotesk"/>
                          <a:ea typeface="Space Grotesk"/>
                          <a:cs typeface="Space Grotesk"/>
                          <a:sym typeface="Space Grotesk"/>
                        </a:rPr>
                        <a:t>Dimension 03</a:t>
                      </a:r>
                      <a:endParaRPr sz="1000" u="none" cap="none" strike="noStrike">
                        <a:latin typeface="Space Grotesk"/>
                        <a:ea typeface="Space Grotesk"/>
                        <a:cs typeface="Space Grotesk"/>
                        <a:sym typeface="Space Grotesk"/>
                      </a:endParaRPr>
                    </a:p>
                  </a:txBody>
                  <a:tcPr marT="38100" marB="38100" marR="171450" marL="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5E5E5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5E5E5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71717"/>
                        </a:buClr>
                        <a:buSzPts val="1000"/>
                        <a:buFont typeface="Space Grotesk"/>
                        <a:buNone/>
                      </a:pPr>
                      <a:r>
                        <a:rPr lang="en" sz="1000" u="none" cap="none" strike="noStrike">
                          <a:solidFill>
                            <a:srgbClr val="171717"/>
                          </a:solidFill>
                          <a:latin typeface="Space Grotesk"/>
                          <a:ea typeface="Space Grotesk"/>
                          <a:cs typeface="Space Grotesk"/>
                          <a:sym typeface="Space Grotesk"/>
                        </a:rPr>
                        <a:t>0,000</a:t>
                      </a:r>
                      <a:endParaRPr sz="1000" u="none" cap="none" strike="noStrike">
                        <a:latin typeface="Space Grotesk"/>
                        <a:ea typeface="Space Grotesk"/>
                        <a:cs typeface="Space Grotesk"/>
                        <a:sym typeface="Space Grotesk"/>
                      </a:endParaRPr>
                    </a:p>
                  </a:txBody>
                  <a:tcPr marT="38100" marB="38100" marR="171450" marL="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5E5E5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5E5E5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71717"/>
                        </a:buClr>
                        <a:buSzPts val="1000"/>
                        <a:buFont typeface="Space Grotesk"/>
                        <a:buNone/>
                      </a:pPr>
                      <a:r>
                        <a:rPr lang="en" sz="1000" u="none" cap="none" strike="noStrike">
                          <a:solidFill>
                            <a:srgbClr val="171717"/>
                          </a:solidFill>
                          <a:latin typeface="Space Grotesk"/>
                          <a:ea typeface="Space Grotesk"/>
                          <a:cs typeface="Space Grotesk"/>
                          <a:sym typeface="Space Grotesk"/>
                        </a:rPr>
                        <a:t>0,000</a:t>
                      </a:r>
                      <a:endParaRPr sz="1000" u="none" cap="none" strike="noStrike">
                        <a:latin typeface="Space Grotesk"/>
                        <a:ea typeface="Space Grotesk"/>
                        <a:cs typeface="Space Grotesk"/>
                        <a:sym typeface="Space Grotesk"/>
                      </a:endParaRPr>
                    </a:p>
                  </a:txBody>
                  <a:tcPr marT="38100" marB="38100" marR="171450" marL="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5E5E5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5E5E5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59669"/>
                        </a:buClr>
                        <a:buSzPts val="1000"/>
                        <a:buFont typeface="Space Grotesk"/>
                        <a:buNone/>
                      </a:pPr>
                      <a:r>
                        <a:rPr lang="en" sz="1000" u="none" cap="none" strike="noStrike">
                          <a:solidFill>
                            <a:srgbClr val="059669"/>
                          </a:solidFill>
                          <a:latin typeface="Space Grotesk"/>
                          <a:ea typeface="Space Grotesk"/>
                          <a:cs typeface="Space Grotesk"/>
                          <a:sym typeface="Space Grotesk"/>
                        </a:rPr>
                        <a:t>+00.0%</a:t>
                      </a:r>
                      <a:endParaRPr sz="1000" u="none" cap="none" strike="noStrike">
                        <a:latin typeface="Space Grotesk"/>
                        <a:ea typeface="Space Grotesk"/>
                        <a:cs typeface="Space Grotesk"/>
                        <a:sym typeface="Space Grotesk"/>
                      </a:endParaRPr>
                    </a:p>
                  </a:txBody>
                  <a:tcPr marT="38100" marB="38100" marR="171450" marL="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5E5E5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5E5E5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38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71717"/>
                        </a:buClr>
                        <a:buSzPts val="1000"/>
                        <a:buFont typeface="Space Grotesk"/>
                        <a:buNone/>
                      </a:pPr>
                      <a:r>
                        <a:rPr lang="en" sz="1000" u="none" cap="none" strike="noStrike">
                          <a:solidFill>
                            <a:srgbClr val="171717"/>
                          </a:solidFill>
                          <a:latin typeface="Space Grotesk"/>
                          <a:ea typeface="Space Grotesk"/>
                          <a:cs typeface="Space Grotesk"/>
                          <a:sym typeface="Space Grotesk"/>
                        </a:rPr>
                        <a:t>Dimension 04</a:t>
                      </a:r>
                      <a:endParaRPr sz="1000" u="none" cap="none" strike="noStrike">
                        <a:latin typeface="Space Grotesk"/>
                        <a:ea typeface="Space Grotesk"/>
                        <a:cs typeface="Space Grotesk"/>
                        <a:sym typeface="Space Grotesk"/>
                      </a:endParaRPr>
                    </a:p>
                  </a:txBody>
                  <a:tcPr marT="38100" marB="38100" marR="171450" marL="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5E5E5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5E5E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71717"/>
                        </a:buClr>
                        <a:buSzPts val="1000"/>
                        <a:buFont typeface="Space Grotesk"/>
                        <a:buNone/>
                      </a:pPr>
                      <a:r>
                        <a:rPr lang="en" sz="1000" u="none" cap="none" strike="noStrike">
                          <a:solidFill>
                            <a:srgbClr val="171717"/>
                          </a:solidFill>
                          <a:latin typeface="Space Grotesk"/>
                          <a:ea typeface="Space Grotesk"/>
                          <a:cs typeface="Space Grotesk"/>
                          <a:sym typeface="Space Grotesk"/>
                        </a:rPr>
                        <a:t>XXX.X</a:t>
                      </a:r>
                      <a:endParaRPr sz="1000" u="none" cap="none" strike="noStrike">
                        <a:latin typeface="Space Grotesk"/>
                        <a:ea typeface="Space Grotesk"/>
                        <a:cs typeface="Space Grotesk"/>
                        <a:sym typeface="Space Grotesk"/>
                      </a:endParaRPr>
                    </a:p>
                  </a:txBody>
                  <a:tcPr marT="38100" marB="38100" marR="171450" marL="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5E5E5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5E5E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71717"/>
                        </a:buClr>
                        <a:buSzPts val="1000"/>
                        <a:buFont typeface="Space Grotesk"/>
                        <a:buNone/>
                      </a:pPr>
                      <a:r>
                        <a:rPr lang="en" sz="1000" u="none" cap="none" strike="noStrike">
                          <a:solidFill>
                            <a:srgbClr val="171717"/>
                          </a:solidFill>
                          <a:latin typeface="Space Grotesk"/>
                          <a:ea typeface="Space Grotesk"/>
                          <a:cs typeface="Space Grotesk"/>
                          <a:sym typeface="Space Grotesk"/>
                        </a:rPr>
                        <a:t>XXX.X</a:t>
                      </a:r>
                      <a:endParaRPr sz="1000" u="none" cap="none" strike="noStrike">
                        <a:latin typeface="Space Grotesk"/>
                        <a:ea typeface="Space Grotesk"/>
                        <a:cs typeface="Space Grotesk"/>
                        <a:sym typeface="Space Grotesk"/>
                      </a:endParaRPr>
                    </a:p>
                  </a:txBody>
                  <a:tcPr marT="38100" marB="38100" marR="171450" marL="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5E5E5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5E5E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59669"/>
                        </a:buClr>
                        <a:buSzPts val="1000"/>
                        <a:buFont typeface="Space Grotesk"/>
                        <a:buNone/>
                      </a:pPr>
                      <a:r>
                        <a:rPr lang="en" sz="1000" u="none" cap="none" strike="noStrike">
                          <a:solidFill>
                            <a:srgbClr val="059669"/>
                          </a:solidFill>
                          <a:latin typeface="Space Grotesk"/>
                          <a:ea typeface="Space Grotesk"/>
                          <a:cs typeface="Space Grotesk"/>
                          <a:sym typeface="Space Grotesk"/>
                        </a:rPr>
                        <a:t>+00.0%</a:t>
                      </a:r>
                      <a:endParaRPr sz="1000" u="none" cap="none" strike="noStrike">
                        <a:latin typeface="Space Grotesk"/>
                        <a:ea typeface="Space Grotesk"/>
                        <a:cs typeface="Space Grotesk"/>
                        <a:sym typeface="Space Grotesk"/>
                      </a:endParaRPr>
                    </a:p>
                  </a:txBody>
                  <a:tcPr marT="38100" marB="38100" marR="171450" marL="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5E5E5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5E5E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07" name="Google Shape;207;p22"/>
          <p:cNvSpPr/>
          <p:nvPr/>
        </p:nvSpPr>
        <p:spPr>
          <a:xfrm>
            <a:off x="304800" y="4914900"/>
            <a:ext cx="3333750" cy="1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3A3A3"/>
              </a:buClr>
              <a:buSzPts val="400"/>
              <a:buFont typeface="JetBrains Mono"/>
              <a:buNone/>
            </a:pPr>
            <a:r>
              <a:rPr b="0" i="0" lang="en" sz="400" u="none" cap="none" strike="noStrike">
                <a:solidFill>
                  <a:srgbClr val="A3A3A3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Comparative Table</a:t>
            </a:r>
            <a:endParaRPr b="0" i="0" sz="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22"/>
          <p:cNvSpPr/>
          <p:nvPr/>
        </p:nvSpPr>
        <p:spPr>
          <a:xfrm>
            <a:off x="5505450" y="4914900"/>
            <a:ext cx="3333750" cy="1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A3A3A3"/>
              </a:buClr>
              <a:buSzPts val="400"/>
              <a:buFont typeface="JetBrains Mono"/>
              <a:buNone/>
            </a:pPr>
            <a:r>
              <a:rPr b="0" i="0" lang="en" sz="400" u="none" cap="none" strike="noStrike">
                <a:solidFill>
                  <a:srgbClr val="A3A3A3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8 / 14</a:t>
            </a:r>
            <a:endParaRPr b="0" i="0" sz="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23"/>
          <p:cNvSpPr/>
          <p:nvPr/>
        </p:nvSpPr>
        <p:spPr>
          <a:xfrm>
            <a:off x="381000" y="261938"/>
            <a:ext cx="3810000" cy="14287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37373"/>
              </a:buClr>
              <a:buSzPts val="500"/>
              <a:buFont typeface="JetBrains Mono"/>
              <a:buNone/>
            </a:pPr>
            <a:r>
              <a:rPr b="0" i="0" lang="en" sz="500" u="none" cap="none" strike="noStrike">
                <a:solidFill>
                  <a:srgbClr val="737373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EXECUTION TIMELINE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23"/>
          <p:cNvSpPr/>
          <p:nvPr/>
        </p:nvSpPr>
        <p:spPr>
          <a:xfrm>
            <a:off x="4953000" y="261938"/>
            <a:ext cx="3810000" cy="14287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737373"/>
              </a:buClr>
              <a:buSzPts val="500"/>
              <a:buFont typeface="JetBrains Mono"/>
              <a:buNone/>
            </a:pPr>
            <a:r>
              <a:rPr b="0" i="0" lang="en" sz="500" u="none" cap="none" strike="noStrike">
                <a:solidFill>
                  <a:srgbClr val="737373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09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16" name="Google Shape;216;p23"/>
          <p:cNvCxnSpPr/>
          <p:nvPr/>
        </p:nvCxnSpPr>
        <p:spPr>
          <a:xfrm>
            <a:off x="381000" y="438150"/>
            <a:ext cx="8382000" cy="0"/>
          </a:xfrm>
          <a:prstGeom prst="straightConnector1">
            <a:avLst/>
          </a:prstGeom>
          <a:noFill/>
          <a:ln cap="flat" cmpd="sng" w="9525">
            <a:solidFill>
              <a:srgbClr val="E5E5E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17" name="Google Shape;217;p23"/>
          <p:cNvCxnSpPr/>
          <p:nvPr/>
        </p:nvCxnSpPr>
        <p:spPr>
          <a:xfrm>
            <a:off x="666750" y="1285875"/>
            <a:ext cx="190500" cy="0"/>
          </a:xfrm>
          <a:prstGeom prst="straightConnector1">
            <a:avLst/>
          </a:prstGeom>
          <a:noFill/>
          <a:ln cap="flat" cmpd="sng" w="9525">
            <a:solidFill>
              <a:srgbClr val="10B98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18" name="Google Shape;218;p23"/>
          <p:cNvSpPr/>
          <p:nvPr/>
        </p:nvSpPr>
        <p:spPr>
          <a:xfrm>
            <a:off x="928688" y="1238250"/>
            <a:ext cx="4286250" cy="133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59669"/>
              </a:buClr>
              <a:buSzPts val="500"/>
              <a:buFont typeface="JetBrains Mono"/>
              <a:buNone/>
            </a:pPr>
            <a:r>
              <a:rPr b="1" i="0" lang="en" sz="500" u="none" cap="none" strike="noStrike">
                <a:solidFill>
                  <a:srgbClr val="05966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MILESTONE PROJECTION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23"/>
          <p:cNvSpPr/>
          <p:nvPr/>
        </p:nvSpPr>
        <p:spPr>
          <a:xfrm>
            <a:off x="666750" y="1500188"/>
            <a:ext cx="78105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1717"/>
              </a:buClr>
              <a:buSzPts val="3800"/>
              <a:buFont typeface="Space Grotesk"/>
              <a:buNone/>
            </a:pPr>
            <a:r>
              <a:rPr b="1" i="0" lang="en" sz="3800" u="none" cap="none" strike="noStrike">
                <a:solidFill>
                  <a:srgbClr val="171717"/>
                </a:solidFill>
                <a:latin typeface="Space Grotesk"/>
                <a:ea typeface="Space Grotesk"/>
                <a:cs typeface="Space Grotesk"/>
                <a:sym typeface="Space Grotesk"/>
              </a:rPr>
              <a:t>Pathway to Execution.</a:t>
            </a:r>
            <a:endParaRPr b="0" i="0" sz="3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20" name="Google Shape;220;p23"/>
          <p:cNvCxnSpPr/>
          <p:nvPr/>
        </p:nvCxnSpPr>
        <p:spPr>
          <a:xfrm>
            <a:off x="666750" y="2333625"/>
            <a:ext cx="7810500" cy="0"/>
          </a:xfrm>
          <a:prstGeom prst="straightConnector1">
            <a:avLst/>
          </a:prstGeom>
          <a:noFill/>
          <a:ln cap="flat" cmpd="sng" w="12700">
            <a:solidFill>
              <a:srgbClr val="E5E5E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21" name="Google Shape;221;p23"/>
          <p:cNvSpPr/>
          <p:nvPr/>
        </p:nvSpPr>
        <p:spPr>
          <a:xfrm>
            <a:off x="666750" y="2286000"/>
            <a:ext cx="95250" cy="9525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22" name="Google Shape;222;p23"/>
          <p:cNvCxnSpPr/>
          <p:nvPr/>
        </p:nvCxnSpPr>
        <p:spPr>
          <a:xfrm>
            <a:off x="666750" y="2576513"/>
            <a:ext cx="190500" cy="0"/>
          </a:xfrm>
          <a:prstGeom prst="straightConnector1">
            <a:avLst/>
          </a:prstGeom>
          <a:noFill/>
          <a:ln cap="flat" cmpd="sng" w="9525">
            <a:solidFill>
              <a:srgbClr val="10B98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23" name="Google Shape;223;p23"/>
          <p:cNvSpPr/>
          <p:nvPr/>
        </p:nvSpPr>
        <p:spPr>
          <a:xfrm>
            <a:off x="928688" y="2533650"/>
            <a:ext cx="4286250" cy="123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59669"/>
              </a:buClr>
              <a:buSzPts val="500"/>
              <a:buFont typeface="JetBrains Mono"/>
              <a:buNone/>
            </a:pPr>
            <a:r>
              <a:rPr b="1" i="0" lang="en" sz="500" u="none" cap="none" strike="noStrike">
                <a:solidFill>
                  <a:srgbClr val="05966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PHASE 01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23"/>
          <p:cNvSpPr/>
          <p:nvPr/>
        </p:nvSpPr>
        <p:spPr>
          <a:xfrm>
            <a:off x="666750" y="2738438"/>
            <a:ext cx="15240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71717"/>
              </a:buClr>
              <a:buSzPts val="1200"/>
              <a:buFont typeface="Space Grotesk"/>
              <a:buNone/>
            </a:pPr>
            <a:r>
              <a:rPr b="1" i="0" lang="en" sz="1200" u="none" cap="none" strike="noStrike">
                <a:solidFill>
                  <a:srgbClr val="171717"/>
                </a:solidFill>
                <a:latin typeface="Space Grotesk"/>
                <a:ea typeface="Space Grotesk"/>
                <a:cs typeface="Space Grotesk"/>
                <a:sym typeface="Space Grotesk"/>
              </a:rPr>
              <a:t>Initiation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23"/>
          <p:cNvSpPr/>
          <p:nvPr/>
        </p:nvSpPr>
        <p:spPr>
          <a:xfrm>
            <a:off x="666750" y="3000375"/>
            <a:ext cx="1524000" cy="666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737373"/>
              </a:buClr>
              <a:buSzPts val="700"/>
              <a:buFont typeface="Space Grotesk"/>
              <a:buNone/>
            </a:pPr>
            <a:r>
              <a:rPr b="0" i="0" lang="en" sz="700" u="none" cap="none" strike="noStrike">
                <a:solidFill>
                  <a:srgbClr val="737373"/>
                </a:solidFill>
                <a:latin typeface="Space Grotesk"/>
                <a:ea typeface="Space Grotesk"/>
                <a:cs typeface="Space Grotesk"/>
                <a:sym typeface="Space Grotesk"/>
              </a:rPr>
              <a:t>Placeholder content for the Wozku Master Template. This section will automatically populate once a Document is provided.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23"/>
          <p:cNvSpPr/>
          <p:nvPr/>
        </p:nvSpPr>
        <p:spPr>
          <a:xfrm>
            <a:off x="3810000" y="2286000"/>
            <a:ext cx="95250" cy="9525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27" name="Google Shape;227;p23"/>
          <p:cNvCxnSpPr/>
          <p:nvPr/>
        </p:nvCxnSpPr>
        <p:spPr>
          <a:xfrm>
            <a:off x="3810000" y="2576513"/>
            <a:ext cx="190500" cy="0"/>
          </a:xfrm>
          <a:prstGeom prst="straightConnector1">
            <a:avLst/>
          </a:prstGeom>
          <a:noFill/>
          <a:ln cap="flat" cmpd="sng" w="9525">
            <a:solidFill>
              <a:srgbClr val="10B98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28" name="Google Shape;228;p23"/>
          <p:cNvSpPr/>
          <p:nvPr/>
        </p:nvSpPr>
        <p:spPr>
          <a:xfrm>
            <a:off x="4071938" y="2533650"/>
            <a:ext cx="4286250" cy="123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59669"/>
              </a:buClr>
              <a:buSzPts val="500"/>
              <a:buFont typeface="JetBrains Mono"/>
              <a:buNone/>
            </a:pPr>
            <a:r>
              <a:rPr b="1" i="0" lang="en" sz="500" u="none" cap="none" strike="noStrike">
                <a:solidFill>
                  <a:srgbClr val="05966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PHASE 02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23"/>
          <p:cNvSpPr/>
          <p:nvPr/>
        </p:nvSpPr>
        <p:spPr>
          <a:xfrm>
            <a:off x="3810000" y="2738438"/>
            <a:ext cx="15240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71717"/>
              </a:buClr>
              <a:buSzPts val="1200"/>
              <a:buFont typeface="Space Grotesk"/>
              <a:buNone/>
            </a:pPr>
            <a:r>
              <a:rPr b="1" i="0" lang="en" sz="1200" u="none" cap="none" strike="noStrike">
                <a:solidFill>
                  <a:srgbClr val="171717"/>
                </a:solidFill>
                <a:latin typeface="Space Grotesk"/>
                <a:ea typeface="Space Grotesk"/>
                <a:cs typeface="Space Grotesk"/>
                <a:sym typeface="Space Grotesk"/>
              </a:rPr>
              <a:t>Integration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23"/>
          <p:cNvSpPr/>
          <p:nvPr/>
        </p:nvSpPr>
        <p:spPr>
          <a:xfrm>
            <a:off x="3810000" y="3000375"/>
            <a:ext cx="1524000" cy="666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737373"/>
              </a:buClr>
              <a:buSzPts val="700"/>
              <a:buFont typeface="Space Grotesk"/>
              <a:buNone/>
            </a:pPr>
            <a:r>
              <a:rPr b="0" i="0" lang="en" sz="700" u="none" cap="none" strike="noStrike">
                <a:solidFill>
                  <a:srgbClr val="737373"/>
                </a:solidFill>
                <a:latin typeface="Space Grotesk"/>
                <a:ea typeface="Space Grotesk"/>
                <a:cs typeface="Space Grotesk"/>
                <a:sym typeface="Space Grotesk"/>
              </a:rPr>
              <a:t>Placeholder content for the Wozku Master Template. This section will automatically populate once a Document is provided.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23"/>
          <p:cNvSpPr/>
          <p:nvPr/>
        </p:nvSpPr>
        <p:spPr>
          <a:xfrm>
            <a:off x="6953250" y="2286000"/>
            <a:ext cx="95250" cy="95250"/>
          </a:xfrm>
          <a:prstGeom prst="ellipse">
            <a:avLst/>
          </a:prstGeom>
          <a:solidFill>
            <a:srgbClr val="D4D4D4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32" name="Google Shape;232;p23"/>
          <p:cNvCxnSpPr/>
          <p:nvPr/>
        </p:nvCxnSpPr>
        <p:spPr>
          <a:xfrm>
            <a:off x="6953250" y="2576513"/>
            <a:ext cx="190500" cy="0"/>
          </a:xfrm>
          <a:prstGeom prst="straightConnector1">
            <a:avLst/>
          </a:prstGeom>
          <a:noFill/>
          <a:ln cap="flat" cmpd="sng" w="9525">
            <a:solidFill>
              <a:srgbClr val="10B98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33" name="Google Shape;233;p23"/>
          <p:cNvSpPr/>
          <p:nvPr/>
        </p:nvSpPr>
        <p:spPr>
          <a:xfrm>
            <a:off x="7215188" y="2533650"/>
            <a:ext cx="4286250" cy="123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59669"/>
              </a:buClr>
              <a:buSzPts val="500"/>
              <a:buFont typeface="JetBrains Mono"/>
              <a:buNone/>
            </a:pPr>
            <a:r>
              <a:rPr b="1" i="0" lang="en" sz="500" u="none" cap="none" strike="noStrike">
                <a:solidFill>
                  <a:srgbClr val="05966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PHASE 03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23"/>
          <p:cNvSpPr/>
          <p:nvPr/>
        </p:nvSpPr>
        <p:spPr>
          <a:xfrm>
            <a:off x="6953250" y="2738438"/>
            <a:ext cx="15240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71717"/>
              </a:buClr>
              <a:buSzPts val="1200"/>
              <a:buFont typeface="Space Grotesk"/>
              <a:buNone/>
            </a:pPr>
            <a:r>
              <a:rPr b="1" i="0" lang="en" sz="1200" u="none" cap="none" strike="noStrike">
                <a:solidFill>
                  <a:srgbClr val="171717"/>
                </a:solidFill>
                <a:latin typeface="Space Grotesk"/>
                <a:ea typeface="Space Grotesk"/>
                <a:cs typeface="Space Grotesk"/>
                <a:sym typeface="Space Grotesk"/>
              </a:rPr>
              <a:t>Optimization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23"/>
          <p:cNvSpPr/>
          <p:nvPr/>
        </p:nvSpPr>
        <p:spPr>
          <a:xfrm>
            <a:off x="6953250" y="3000375"/>
            <a:ext cx="1524000" cy="666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737373"/>
              </a:buClr>
              <a:buSzPts val="700"/>
              <a:buFont typeface="Space Grotesk"/>
              <a:buNone/>
            </a:pPr>
            <a:r>
              <a:rPr b="0" i="0" lang="en" sz="700" u="none" cap="none" strike="noStrike">
                <a:solidFill>
                  <a:srgbClr val="737373"/>
                </a:solidFill>
                <a:latin typeface="Space Grotesk"/>
                <a:ea typeface="Space Grotesk"/>
                <a:cs typeface="Space Grotesk"/>
                <a:sym typeface="Space Grotesk"/>
              </a:rPr>
              <a:t>Placeholder content for the Wozku Master Template. This section will automatically populate once a Document is provided.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23"/>
          <p:cNvSpPr/>
          <p:nvPr/>
        </p:nvSpPr>
        <p:spPr>
          <a:xfrm>
            <a:off x="304800" y="4914900"/>
            <a:ext cx="3333750" cy="1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3A3A3"/>
              </a:buClr>
              <a:buSzPts val="400"/>
              <a:buFont typeface="JetBrains Mono"/>
              <a:buNone/>
            </a:pPr>
            <a:r>
              <a:rPr b="0" i="0" lang="en" sz="400" u="none" cap="none" strike="noStrike">
                <a:solidFill>
                  <a:srgbClr val="A3A3A3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Strategic Roadmap</a:t>
            </a:r>
            <a:endParaRPr b="0" i="0" sz="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23"/>
          <p:cNvSpPr/>
          <p:nvPr/>
        </p:nvSpPr>
        <p:spPr>
          <a:xfrm>
            <a:off x="5505450" y="4914900"/>
            <a:ext cx="3333750" cy="1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A3A3A3"/>
              </a:buClr>
              <a:buSzPts val="400"/>
              <a:buFont typeface="JetBrains Mono"/>
              <a:buNone/>
            </a:pPr>
            <a:r>
              <a:rPr b="0" i="0" lang="en" sz="400" u="none" cap="none" strike="noStrike">
                <a:solidFill>
                  <a:srgbClr val="A3A3A3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9 / 14</a:t>
            </a:r>
            <a:endParaRPr b="0" i="0" sz="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43" name="Google Shape;243;p24"/>
          <p:cNvCxnSpPr/>
          <p:nvPr/>
        </p:nvCxnSpPr>
        <p:spPr>
          <a:xfrm>
            <a:off x="666750" y="1952625"/>
            <a:ext cx="190500" cy="0"/>
          </a:xfrm>
          <a:prstGeom prst="straightConnector1">
            <a:avLst/>
          </a:prstGeom>
          <a:noFill/>
          <a:ln cap="flat" cmpd="sng" w="9525">
            <a:solidFill>
              <a:srgbClr val="10B98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44" name="Google Shape;244;p24"/>
          <p:cNvSpPr/>
          <p:nvPr/>
        </p:nvSpPr>
        <p:spPr>
          <a:xfrm>
            <a:off x="928688" y="1905000"/>
            <a:ext cx="4286250" cy="133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59669"/>
              </a:buClr>
              <a:buSzPts val="500"/>
              <a:buFont typeface="JetBrains Mono"/>
              <a:buNone/>
            </a:pPr>
            <a:r>
              <a:rPr b="1" i="0" lang="en" sz="500" u="none" cap="none" strike="noStrike">
                <a:solidFill>
                  <a:srgbClr val="05966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VISUAL NARRATIVE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24"/>
          <p:cNvSpPr/>
          <p:nvPr/>
        </p:nvSpPr>
        <p:spPr>
          <a:xfrm>
            <a:off x="666750" y="2166938"/>
            <a:ext cx="3490913" cy="15001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171717"/>
              </a:buClr>
              <a:buSzPts val="3800"/>
              <a:buFont typeface="Space Grotesk"/>
              <a:buNone/>
            </a:pPr>
            <a:r>
              <a:rPr b="1" i="0" lang="en" sz="3800" u="none" cap="none" strike="noStrike">
                <a:solidFill>
                  <a:srgbClr val="171717"/>
                </a:solidFill>
                <a:latin typeface="Space Grotesk"/>
                <a:ea typeface="Space Grotesk"/>
                <a:cs typeface="Space Grotesk"/>
                <a:sym typeface="Space Grotesk"/>
              </a:rPr>
              <a:t>Primary Insight Statement.</a:t>
            </a:r>
            <a:endParaRPr b="0" i="0" sz="3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24"/>
          <p:cNvSpPr/>
          <p:nvPr/>
        </p:nvSpPr>
        <p:spPr>
          <a:xfrm>
            <a:off x="666750" y="3857625"/>
            <a:ext cx="3205163" cy="1238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737373"/>
              </a:buClr>
              <a:buSzPts val="1200"/>
              <a:buFont typeface="Space Grotesk"/>
              <a:buNone/>
            </a:pPr>
            <a:r>
              <a:rPr b="0" i="0" lang="en" sz="1200" u="none" cap="none" strike="noStrike">
                <a:solidFill>
                  <a:srgbClr val="737373"/>
                </a:solidFill>
                <a:latin typeface="Space Grotesk"/>
                <a:ea typeface="Space Grotesk"/>
                <a:cs typeface="Space Grotesk"/>
                <a:sym typeface="Space Grotesk"/>
              </a:rPr>
              <a:t>Placeholder content for the Wozku Master Template. This section will automatically populate once a Document is provided.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24"/>
          <p:cNvSpPr/>
          <p:nvPr/>
        </p:nvSpPr>
        <p:spPr>
          <a:xfrm>
            <a:off x="4157663" y="0"/>
            <a:ext cx="4986338" cy="51435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" name="Google Shape;248;p24"/>
          <p:cNvSpPr/>
          <p:nvPr/>
        </p:nvSpPr>
        <p:spPr>
          <a:xfrm>
            <a:off x="4157663" y="0"/>
            <a:ext cx="4986338" cy="514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3A3A3"/>
              </a:buClr>
              <a:buSzPts val="800"/>
              <a:buFont typeface="JetBrains Mono"/>
              <a:buNone/>
            </a:pPr>
            <a:r>
              <a:rPr b="0" i="0" lang="en" sz="800" u="none" cap="none" strike="noStrike">
                <a:solidFill>
                  <a:srgbClr val="A3A3A3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IMAGE ASSET PLACEHOLDER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24"/>
          <p:cNvSpPr/>
          <p:nvPr/>
        </p:nvSpPr>
        <p:spPr>
          <a:xfrm>
            <a:off x="304800" y="4914900"/>
            <a:ext cx="3333750" cy="1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3A3A3"/>
              </a:buClr>
              <a:buSzPts val="400"/>
              <a:buFont typeface="JetBrains Mono"/>
              <a:buNone/>
            </a:pPr>
            <a:r>
              <a:rPr b="0" i="0" lang="en" sz="400" u="none" cap="none" strike="noStrike">
                <a:solidFill>
                  <a:srgbClr val="A3A3A3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Image Editorial</a:t>
            </a:r>
            <a:endParaRPr b="0" i="0" sz="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24"/>
          <p:cNvSpPr/>
          <p:nvPr/>
        </p:nvSpPr>
        <p:spPr>
          <a:xfrm>
            <a:off x="5505450" y="4914900"/>
            <a:ext cx="3333750" cy="1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A3A3A3"/>
              </a:buClr>
              <a:buSzPts val="400"/>
              <a:buFont typeface="JetBrains Mono"/>
              <a:buNone/>
            </a:pPr>
            <a:r>
              <a:rPr b="0" i="0" lang="en" sz="400" u="none" cap="none" strike="noStrike">
                <a:solidFill>
                  <a:srgbClr val="A3A3A3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10 / 14</a:t>
            </a:r>
            <a:endParaRPr b="0" i="0" sz="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25"/>
          <p:cNvSpPr/>
          <p:nvPr/>
        </p:nvSpPr>
        <p:spPr>
          <a:xfrm>
            <a:off x="381000" y="261938"/>
            <a:ext cx="3810000" cy="14287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37373"/>
              </a:buClr>
              <a:buSzPts val="500"/>
              <a:buFont typeface="JetBrains Mono"/>
              <a:buNone/>
            </a:pPr>
            <a:r>
              <a:rPr b="0" i="0" lang="en" sz="500" u="none" cap="none" strike="noStrike">
                <a:solidFill>
                  <a:srgbClr val="737373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SYSTEM LOGIC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25"/>
          <p:cNvSpPr/>
          <p:nvPr/>
        </p:nvSpPr>
        <p:spPr>
          <a:xfrm>
            <a:off x="4953000" y="261938"/>
            <a:ext cx="3810000" cy="14287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737373"/>
              </a:buClr>
              <a:buSzPts val="500"/>
              <a:buFont typeface="JetBrains Mono"/>
              <a:buNone/>
            </a:pPr>
            <a:r>
              <a:rPr b="0" i="0" lang="en" sz="500" u="none" cap="none" strike="noStrike">
                <a:solidFill>
                  <a:srgbClr val="737373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11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58" name="Google Shape;258;p25"/>
          <p:cNvCxnSpPr/>
          <p:nvPr/>
        </p:nvCxnSpPr>
        <p:spPr>
          <a:xfrm>
            <a:off x="381000" y="438150"/>
            <a:ext cx="8382000" cy="0"/>
          </a:xfrm>
          <a:prstGeom prst="straightConnector1">
            <a:avLst/>
          </a:prstGeom>
          <a:noFill/>
          <a:ln cap="flat" cmpd="sng" w="9525">
            <a:solidFill>
              <a:srgbClr val="E5E5E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59" name="Google Shape;259;p25"/>
          <p:cNvCxnSpPr/>
          <p:nvPr/>
        </p:nvCxnSpPr>
        <p:spPr>
          <a:xfrm>
            <a:off x="666750" y="1285875"/>
            <a:ext cx="190500" cy="0"/>
          </a:xfrm>
          <a:prstGeom prst="straightConnector1">
            <a:avLst/>
          </a:prstGeom>
          <a:noFill/>
          <a:ln cap="flat" cmpd="sng" w="9525">
            <a:solidFill>
              <a:srgbClr val="10B98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60" name="Google Shape;260;p25"/>
          <p:cNvSpPr/>
          <p:nvPr/>
        </p:nvSpPr>
        <p:spPr>
          <a:xfrm>
            <a:off x="928688" y="1238250"/>
            <a:ext cx="4286250" cy="133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59669"/>
              </a:buClr>
              <a:buSzPts val="500"/>
              <a:buFont typeface="JetBrains Mono"/>
              <a:buNone/>
            </a:pPr>
            <a:r>
              <a:rPr b="1" i="0" lang="en" sz="500" u="none" cap="none" strike="noStrike">
                <a:solidFill>
                  <a:srgbClr val="05966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ARCHITECTURAL PROTOCOL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25"/>
          <p:cNvSpPr/>
          <p:nvPr/>
        </p:nvSpPr>
        <p:spPr>
          <a:xfrm>
            <a:off x="666750" y="1500188"/>
            <a:ext cx="78105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1717"/>
              </a:buClr>
              <a:buSzPts val="3800"/>
              <a:buFont typeface="Space Grotesk"/>
              <a:buNone/>
            </a:pPr>
            <a:r>
              <a:rPr b="1" i="0" lang="en" sz="3800" u="none" cap="none" strike="noStrike">
                <a:solidFill>
                  <a:srgbClr val="171717"/>
                </a:solidFill>
                <a:latin typeface="Space Grotesk"/>
                <a:ea typeface="Space Grotesk"/>
                <a:cs typeface="Space Grotesk"/>
                <a:sym typeface="Space Grotesk"/>
              </a:rPr>
              <a:t>Operational Flow.</a:t>
            </a:r>
            <a:endParaRPr b="0" i="0" sz="3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25"/>
          <p:cNvSpPr/>
          <p:nvPr/>
        </p:nvSpPr>
        <p:spPr>
          <a:xfrm>
            <a:off x="666750" y="2357438"/>
            <a:ext cx="2476500" cy="2000250"/>
          </a:xfrm>
          <a:prstGeom prst="rect">
            <a:avLst/>
          </a:prstGeom>
          <a:noFill/>
          <a:ln cap="flat" cmpd="sng" w="9525">
            <a:solidFill>
              <a:srgbClr val="E5E5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3" name="Google Shape;263;p25"/>
          <p:cNvSpPr/>
          <p:nvPr/>
        </p:nvSpPr>
        <p:spPr>
          <a:xfrm>
            <a:off x="857250" y="2500313"/>
            <a:ext cx="2095500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1800"/>
              <a:buFont typeface="JetBrains Mono"/>
              <a:buNone/>
            </a:pPr>
            <a:r>
              <a:rPr b="0" i="0" lang="en" sz="1800" u="none" cap="none" strike="noStrike">
                <a:solidFill>
                  <a:srgbClr val="10B98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01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25"/>
          <p:cNvSpPr/>
          <p:nvPr/>
        </p:nvSpPr>
        <p:spPr>
          <a:xfrm>
            <a:off x="857250" y="2881313"/>
            <a:ext cx="20955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71717"/>
              </a:buClr>
              <a:buSzPts val="1200"/>
              <a:buFont typeface="Space Grotesk"/>
              <a:buNone/>
            </a:pPr>
            <a:r>
              <a:rPr b="1" i="0" lang="en" sz="1200" u="none" cap="none" strike="noStrike">
                <a:solidFill>
                  <a:srgbClr val="171717"/>
                </a:solidFill>
                <a:latin typeface="Space Grotesk"/>
                <a:ea typeface="Space Grotesk"/>
                <a:cs typeface="Space Grotesk"/>
                <a:sym typeface="Space Grotesk"/>
              </a:rPr>
              <a:t>Input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25"/>
          <p:cNvSpPr/>
          <p:nvPr/>
        </p:nvSpPr>
        <p:spPr>
          <a:xfrm>
            <a:off x="857250" y="3167063"/>
            <a:ext cx="2095500" cy="1047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737373"/>
              </a:buClr>
              <a:buSzPts val="700"/>
              <a:buFont typeface="Space Grotesk"/>
              <a:buNone/>
            </a:pPr>
            <a:r>
              <a:rPr b="0" i="0" lang="en" sz="700" u="none" cap="none" strike="noStrike">
                <a:solidFill>
                  <a:srgbClr val="737373"/>
                </a:solidFill>
                <a:latin typeface="Space Grotesk"/>
                <a:ea typeface="Space Grotesk"/>
                <a:cs typeface="Space Grotesk"/>
                <a:sym typeface="Space Grotesk"/>
              </a:rPr>
              <a:t>Placeholder content for the Wozku Master Template. This section will automatically populate once a Document is provided.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25"/>
          <p:cNvSpPr/>
          <p:nvPr/>
        </p:nvSpPr>
        <p:spPr>
          <a:xfrm>
            <a:off x="3333750" y="2547938"/>
            <a:ext cx="2476500" cy="1809750"/>
          </a:xfrm>
          <a:prstGeom prst="rect">
            <a:avLst/>
          </a:prstGeom>
          <a:noFill/>
          <a:ln cap="flat" cmpd="sng" w="9525">
            <a:solidFill>
              <a:srgbClr val="10B98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7" name="Google Shape;267;p25"/>
          <p:cNvSpPr/>
          <p:nvPr/>
        </p:nvSpPr>
        <p:spPr>
          <a:xfrm>
            <a:off x="3524250" y="2690813"/>
            <a:ext cx="2095500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1800"/>
              <a:buFont typeface="JetBrains Mono"/>
              <a:buNone/>
            </a:pPr>
            <a:r>
              <a:rPr b="0" i="0" lang="en" sz="1800" u="none" cap="none" strike="noStrike">
                <a:solidFill>
                  <a:srgbClr val="10B98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02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25"/>
          <p:cNvSpPr/>
          <p:nvPr/>
        </p:nvSpPr>
        <p:spPr>
          <a:xfrm>
            <a:off x="3524250" y="3071813"/>
            <a:ext cx="20955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71717"/>
              </a:buClr>
              <a:buSzPts val="1200"/>
              <a:buFont typeface="Space Grotesk"/>
              <a:buNone/>
            </a:pPr>
            <a:r>
              <a:rPr b="1" i="0" lang="en" sz="1200" u="none" cap="none" strike="noStrike">
                <a:solidFill>
                  <a:srgbClr val="171717"/>
                </a:solidFill>
                <a:latin typeface="Space Grotesk"/>
                <a:ea typeface="Space Grotesk"/>
                <a:cs typeface="Space Grotesk"/>
                <a:sym typeface="Space Grotesk"/>
              </a:rPr>
              <a:t>Process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25"/>
          <p:cNvSpPr/>
          <p:nvPr/>
        </p:nvSpPr>
        <p:spPr>
          <a:xfrm>
            <a:off x="3524250" y="3357563"/>
            <a:ext cx="20955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737373"/>
              </a:buClr>
              <a:buSzPts val="700"/>
              <a:buFont typeface="Space Grotesk"/>
              <a:buNone/>
            </a:pPr>
            <a:r>
              <a:rPr b="0" i="0" lang="en" sz="700" u="none" cap="none" strike="noStrike">
                <a:solidFill>
                  <a:srgbClr val="737373"/>
                </a:solidFill>
                <a:latin typeface="Space Grotesk"/>
                <a:ea typeface="Space Grotesk"/>
                <a:cs typeface="Space Grotesk"/>
                <a:sym typeface="Space Grotesk"/>
              </a:rPr>
              <a:t>Placeholder content for the Wozku Master Template. This section will automatically populate once a Document is provided.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25"/>
          <p:cNvSpPr/>
          <p:nvPr/>
        </p:nvSpPr>
        <p:spPr>
          <a:xfrm>
            <a:off x="6000750" y="2738438"/>
            <a:ext cx="2476500" cy="1619250"/>
          </a:xfrm>
          <a:prstGeom prst="rect">
            <a:avLst/>
          </a:prstGeom>
          <a:noFill/>
          <a:ln cap="flat" cmpd="sng" w="9525">
            <a:solidFill>
              <a:srgbClr val="E5E5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1" name="Google Shape;271;p25"/>
          <p:cNvSpPr/>
          <p:nvPr/>
        </p:nvSpPr>
        <p:spPr>
          <a:xfrm>
            <a:off x="6191250" y="2881313"/>
            <a:ext cx="2095500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1800"/>
              <a:buFont typeface="JetBrains Mono"/>
              <a:buNone/>
            </a:pPr>
            <a:r>
              <a:rPr b="0" i="0" lang="en" sz="1800" u="none" cap="none" strike="noStrike">
                <a:solidFill>
                  <a:srgbClr val="10B98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03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25"/>
          <p:cNvSpPr/>
          <p:nvPr/>
        </p:nvSpPr>
        <p:spPr>
          <a:xfrm>
            <a:off x="6191250" y="3262313"/>
            <a:ext cx="20955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71717"/>
              </a:buClr>
              <a:buSzPts val="1200"/>
              <a:buFont typeface="Space Grotesk"/>
              <a:buNone/>
            </a:pPr>
            <a:r>
              <a:rPr b="1" i="0" lang="en" sz="1200" u="none" cap="none" strike="noStrike">
                <a:solidFill>
                  <a:srgbClr val="171717"/>
                </a:solidFill>
                <a:latin typeface="Space Grotesk"/>
                <a:ea typeface="Space Grotesk"/>
                <a:cs typeface="Space Grotesk"/>
                <a:sym typeface="Space Grotesk"/>
              </a:rPr>
              <a:t>Output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25"/>
          <p:cNvSpPr/>
          <p:nvPr/>
        </p:nvSpPr>
        <p:spPr>
          <a:xfrm>
            <a:off x="6191250" y="3548063"/>
            <a:ext cx="2095500" cy="666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737373"/>
              </a:buClr>
              <a:buSzPts val="700"/>
              <a:buFont typeface="Space Grotesk"/>
              <a:buNone/>
            </a:pPr>
            <a:r>
              <a:rPr b="0" i="0" lang="en" sz="700" u="none" cap="none" strike="noStrike">
                <a:solidFill>
                  <a:srgbClr val="737373"/>
                </a:solidFill>
                <a:latin typeface="Space Grotesk"/>
                <a:ea typeface="Space Grotesk"/>
                <a:cs typeface="Space Grotesk"/>
                <a:sym typeface="Space Grotesk"/>
              </a:rPr>
              <a:t>Placeholder content for the Wozku Master Template. This section will automatically populate once a Document is provided.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25"/>
          <p:cNvSpPr/>
          <p:nvPr/>
        </p:nvSpPr>
        <p:spPr>
          <a:xfrm>
            <a:off x="304800" y="4914900"/>
            <a:ext cx="3333750" cy="1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3A3A3"/>
              </a:buClr>
              <a:buSzPts val="400"/>
              <a:buFont typeface="JetBrains Mono"/>
              <a:buNone/>
            </a:pPr>
            <a:r>
              <a:rPr b="0" i="0" lang="en" sz="400" u="none" cap="none" strike="noStrike">
                <a:solidFill>
                  <a:srgbClr val="A3A3A3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Process Architecture</a:t>
            </a:r>
            <a:endParaRPr b="0" i="0" sz="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25"/>
          <p:cNvSpPr/>
          <p:nvPr/>
        </p:nvSpPr>
        <p:spPr>
          <a:xfrm>
            <a:off x="5505450" y="4914900"/>
            <a:ext cx="3333750" cy="1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A3A3A3"/>
              </a:buClr>
              <a:buSzPts val="400"/>
              <a:buFont typeface="JetBrains Mono"/>
              <a:buNone/>
            </a:pPr>
            <a:r>
              <a:rPr b="0" i="0" lang="en" sz="400" u="none" cap="none" strike="noStrike">
                <a:solidFill>
                  <a:srgbClr val="A3A3A3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11 / 14</a:t>
            </a:r>
            <a:endParaRPr b="0" i="0" sz="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26"/>
          <p:cNvSpPr/>
          <p:nvPr/>
        </p:nvSpPr>
        <p:spPr>
          <a:xfrm>
            <a:off x="381000" y="261938"/>
            <a:ext cx="3810000" cy="14287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37373"/>
              </a:buClr>
              <a:buSzPts val="500"/>
              <a:buFont typeface="JetBrains Mono"/>
              <a:buNone/>
            </a:pPr>
            <a:r>
              <a:rPr b="0" i="0" lang="en" sz="500" u="none" cap="none" strike="noStrike">
                <a:solidFill>
                  <a:srgbClr val="737373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REACH DISTRIBUTION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26"/>
          <p:cNvSpPr/>
          <p:nvPr/>
        </p:nvSpPr>
        <p:spPr>
          <a:xfrm>
            <a:off x="4953000" y="261938"/>
            <a:ext cx="3810000" cy="14287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737373"/>
              </a:buClr>
              <a:buSzPts val="500"/>
              <a:buFont typeface="JetBrains Mono"/>
              <a:buNone/>
            </a:pPr>
            <a:r>
              <a:rPr b="0" i="0" lang="en" sz="500" u="none" cap="none" strike="noStrike">
                <a:solidFill>
                  <a:srgbClr val="737373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12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83" name="Google Shape;283;p26"/>
          <p:cNvCxnSpPr/>
          <p:nvPr/>
        </p:nvCxnSpPr>
        <p:spPr>
          <a:xfrm>
            <a:off x="381000" y="438150"/>
            <a:ext cx="8382000" cy="0"/>
          </a:xfrm>
          <a:prstGeom prst="straightConnector1">
            <a:avLst/>
          </a:prstGeom>
          <a:noFill/>
          <a:ln cap="flat" cmpd="sng" w="9525">
            <a:solidFill>
              <a:srgbClr val="E5E5E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84" name="Google Shape;284;p26"/>
          <p:cNvSpPr/>
          <p:nvPr/>
        </p:nvSpPr>
        <p:spPr>
          <a:xfrm>
            <a:off x="666750" y="762000"/>
            <a:ext cx="3986213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1717"/>
              </a:buClr>
              <a:buSzPts val="3800"/>
              <a:buFont typeface="Space Grotesk"/>
              <a:buNone/>
            </a:pPr>
            <a:r>
              <a:rPr b="1" i="0" lang="en" sz="3800" u="none" cap="none" strike="noStrike">
                <a:solidFill>
                  <a:srgbClr val="171717"/>
                </a:solidFill>
                <a:latin typeface="Space Grotesk"/>
                <a:ea typeface="Space Grotesk"/>
                <a:cs typeface="Space Grotesk"/>
                <a:sym typeface="Space Grotesk"/>
              </a:rPr>
              <a:t>Regional Impact.</a:t>
            </a:r>
            <a:endParaRPr b="0" i="0" sz="3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p26"/>
          <p:cNvSpPr/>
          <p:nvPr/>
        </p:nvSpPr>
        <p:spPr>
          <a:xfrm>
            <a:off x="666750" y="1452563"/>
            <a:ext cx="3986213" cy="3071813"/>
          </a:xfrm>
          <a:prstGeom prst="rect">
            <a:avLst/>
          </a:prstGeom>
          <a:solidFill>
            <a:srgbClr val="FBFBFB"/>
          </a:solidFill>
          <a:ln cap="flat" cmpd="sng" w="9525">
            <a:solidFill>
              <a:srgbClr val="E5E5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6" name="Google Shape;286;p26"/>
          <p:cNvSpPr/>
          <p:nvPr/>
        </p:nvSpPr>
        <p:spPr>
          <a:xfrm>
            <a:off x="666750" y="1452563"/>
            <a:ext cx="3986213" cy="307181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3A3A3"/>
              </a:buClr>
              <a:buSzPts val="800"/>
              <a:buFont typeface="JetBrains Mono"/>
              <a:buNone/>
            </a:pPr>
            <a:r>
              <a:rPr b="0" i="0" lang="en" sz="800" u="none" cap="none" strike="noStrike">
                <a:solidFill>
                  <a:srgbClr val="A3A3A3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GEOGRAPHIC VISUALISATION PLACEHOLDER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87" name="Google Shape;287;p26"/>
          <p:cNvCxnSpPr/>
          <p:nvPr/>
        </p:nvCxnSpPr>
        <p:spPr>
          <a:xfrm>
            <a:off x="5153025" y="1452563"/>
            <a:ext cx="3324225" cy="0"/>
          </a:xfrm>
          <a:prstGeom prst="straightConnector1">
            <a:avLst/>
          </a:prstGeom>
          <a:noFill/>
          <a:ln cap="flat" cmpd="sng" w="9525">
            <a:solidFill>
              <a:srgbClr val="E5E5E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88" name="Google Shape;288;p26"/>
          <p:cNvCxnSpPr/>
          <p:nvPr/>
        </p:nvCxnSpPr>
        <p:spPr>
          <a:xfrm>
            <a:off x="5153025" y="1633538"/>
            <a:ext cx="190500" cy="0"/>
          </a:xfrm>
          <a:prstGeom prst="straightConnector1">
            <a:avLst/>
          </a:prstGeom>
          <a:noFill/>
          <a:ln cap="flat" cmpd="sng" w="9525">
            <a:solidFill>
              <a:srgbClr val="10B98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89" name="Google Shape;289;p26"/>
          <p:cNvSpPr/>
          <p:nvPr/>
        </p:nvSpPr>
        <p:spPr>
          <a:xfrm>
            <a:off x="5414963" y="1595438"/>
            <a:ext cx="4286250" cy="1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59669"/>
              </a:buClr>
              <a:buSzPts val="400"/>
              <a:buFont typeface="JetBrains Mono"/>
              <a:buNone/>
            </a:pPr>
            <a:r>
              <a:rPr b="1" i="0" lang="en" sz="400" u="none" cap="none" strike="noStrike">
                <a:solidFill>
                  <a:srgbClr val="05966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SECTOR A</a:t>
            </a:r>
            <a:endParaRPr b="0" i="0" sz="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p26"/>
          <p:cNvSpPr/>
          <p:nvPr/>
        </p:nvSpPr>
        <p:spPr>
          <a:xfrm>
            <a:off x="5153025" y="1776413"/>
            <a:ext cx="3324225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1717"/>
              </a:buClr>
              <a:buSzPts val="2700"/>
              <a:buFont typeface="Space Grotesk"/>
              <a:buNone/>
            </a:pPr>
            <a:r>
              <a:rPr b="1" i="0" lang="en" sz="2700" u="none" cap="none" strike="noStrike">
                <a:solidFill>
                  <a:srgbClr val="171717"/>
                </a:solidFill>
                <a:latin typeface="Space Grotesk"/>
                <a:ea typeface="Space Grotesk"/>
                <a:cs typeface="Space Grotesk"/>
                <a:sym typeface="Space Grotesk"/>
              </a:rPr>
              <a:t>0.0M Metric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91" name="Google Shape;291;p26"/>
          <p:cNvCxnSpPr/>
          <p:nvPr/>
        </p:nvCxnSpPr>
        <p:spPr>
          <a:xfrm>
            <a:off x="5153025" y="2357438"/>
            <a:ext cx="3324225" cy="0"/>
          </a:xfrm>
          <a:prstGeom prst="straightConnector1">
            <a:avLst/>
          </a:prstGeom>
          <a:noFill/>
          <a:ln cap="flat" cmpd="sng" w="9525">
            <a:solidFill>
              <a:srgbClr val="E5E5E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92" name="Google Shape;292;p26"/>
          <p:cNvCxnSpPr/>
          <p:nvPr/>
        </p:nvCxnSpPr>
        <p:spPr>
          <a:xfrm>
            <a:off x="5153025" y="2538413"/>
            <a:ext cx="190500" cy="0"/>
          </a:xfrm>
          <a:prstGeom prst="straightConnector1">
            <a:avLst/>
          </a:prstGeom>
          <a:noFill/>
          <a:ln cap="flat" cmpd="sng" w="9525">
            <a:solidFill>
              <a:srgbClr val="10B98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93" name="Google Shape;293;p26"/>
          <p:cNvSpPr/>
          <p:nvPr/>
        </p:nvSpPr>
        <p:spPr>
          <a:xfrm>
            <a:off x="5414963" y="2500313"/>
            <a:ext cx="4286250" cy="1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59669"/>
              </a:buClr>
              <a:buSzPts val="400"/>
              <a:buFont typeface="JetBrains Mono"/>
              <a:buNone/>
            </a:pPr>
            <a:r>
              <a:rPr b="1" i="0" lang="en" sz="400" u="none" cap="none" strike="noStrike">
                <a:solidFill>
                  <a:srgbClr val="05966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SECTOR B</a:t>
            </a:r>
            <a:endParaRPr b="0" i="0" sz="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" name="Google Shape;294;p26"/>
          <p:cNvSpPr/>
          <p:nvPr/>
        </p:nvSpPr>
        <p:spPr>
          <a:xfrm>
            <a:off x="5153025" y="2681288"/>
            <a:ext cx="3324225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1717"/>
              </a:buClr>
              <a:buSzPts val="2700"/>
              <a:buFont typeface="Space Grotesk"/>
              <a:buNone/>
            </a:pPr>
            <a:r>
              <a:rPr b="1" i="0" lang="en" sz="2700" u="none" cap="none" strike="noStrike">
                <a:solidFill>
                  <a:srgbClr val="171717"/>
                </a:solidFill>
                <a:latin typeface="Space Grotesk"/>
                <a:ea typeface="Space Grotesk"/>
                <a:cs typeface="Space Grotesk"/>
                <a:sym typeface="Space Grotesk"/>
              </a:rPr>
              <a:t>0.0M Metric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95" name="Google Shape;295;p26"/>
          <p:cNvCxnSpPr/>
          <p:nvPr/>
        </p:nvCxnSpPr>
        <p:spPr>
          <a:xfrm>
            <a:off x="5153025" y="3262313"/>
            <a:ext cx="3324225" cy="0"/>
          </a:xfrm>
          <a:prstGeom prst="straightConnector1">
            <a:avLst/>
          </a:prstGeom>
          <a:noFill/>
          <a:ln cap="flat" cmpd="sng" w="9525">
            <a:solidFill>
              <a:srgbClr val="E5E5E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96" name="Google Shape;296;p26"/>
          <p:cNvCxnSpPr/>
          <p:nvPr/>
        </p:nvCxnSpPr>
        <p:spPr>
          <a:xfrm>
            <a:off x="5153025" y="3443288"/>
            <a:ext cx="190500" cy="0"/>
          </a:xfrm>
          <a:prstGeom prst="straightConnector1">
            <a:avLst/>
          </a:prstGeom>
          <a:noFill/>
          <a:ln cap="flat" cmpd="sng" w="9525">
            <a:solidFill>
              <a:srgbClr val="10B98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97" name="Google Shape;297;p26"/>
          <p:cNvSpPr/>
          <p:nvPr/>
        </p:nvSpPr>
        <p:spPr>
          <a:xfrm>
            <a:off x="5414963" y="3405188"/>
            <a:ext cx="4286250" cy="1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59669"/>
              </a:buClr>
              <a:buSzPts val="400"/>
              <a:buFont typeface="JetBrains Mono"/>
              <a:buNone/>
            </a:pPr>
            <a:r>
              <a:rPr b="1" i="0" lang="en" sz="400" u="none" cap="none" strike="noStrike">
                <a:solidFill>
                  <a:srgbClr val="05966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SECTOR C</a:t>
            </a:r>
            <a:endParaRPr b="0" i="0" sz="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p26"/>
          <p:cNvSpPr/>
          <p:nvPr/>
        </p:nvSpPr>
        <p:spPr>
          <a:xfrm>
            <a:off x="5153025" y="3586163"/>
            <a:ext cx="3324225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1717"/>
              </a:buClr>
              <a:buSzPts val="2700"/>
              <a:buFont typeface="Space Grotesk"/>
              <a:buNone/>
            </a:pPr>
            <a:r>
              <a:rPr b="1" i="0" lang="en" sz="2700" u="none" cap="none" strike="noStrike">
                <a:solidFill>
                  <a:srgbClr val="171717"/>
                </a:solidFill>
                <a:latin typeface="Space Grotesk"/>
                <a:ea typeface="Space Grotesk"/>
                <a:cs typeface="Space Grotesk"/>
                <a:sym typeface="Space Grotesk"/>
              </a:rPr>
              <a:t>0.0M Metric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" name="Google Shape;299;p26"/>
          <p:cNvSpPr/>
          <p:nvPr/>
        </p:nvSpPr>
        <p:spPr>
          <a:xfrm>
            <a:off x="304800" y="4914900"/>
            <a:ext cx="3333750" cy="1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3A3A3"/>
              </a:buClr>
              <a:buSzPts val="400"/>
              <a:buFont typeface="JetBrains Mono"/>
              <a:buNone/>
            </a:pPr>
            <a:r>
              <a:rPr b="0" i="0" lang="en" sz="400" u="none" cap="none" strike="noStrike">
                <a:solidFill>
                  <a:srgbClr val="A3A3A3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Global Reach Map</a:t>
            </a:r>
            <a:endParaRPr b="0" i="0" sz="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" name="Google Shape;300;p26"/>
          <p:cNvSpPr/>
          <p:nvPr/>
        </p:nvSpPr>
        <p:spPr>
          <a:xfrm>
            <a:off x="5505450" y="4914900"/>
            <a:ext cx="3333750" cy="1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A3A3A3"/>
              </a:buClr>
              <a:buSzPts val="400"/>
              <a:buFont typeface="JetBrains Mono"/>
              <a:buNone/>
            </a:pPr>
            <a:r>
              <a:rPr b="0" i="0" lang="en" sz="400" u="none" cap="none" strike="noStrike">
                <a:solidFill>
                  <a:srgbClr val="A3A3A3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12 / 14</a:t>
            </a:r>
            <a:endParaRPr b="0" i="0" sz="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27"/>
          <p:cNvSpPr/>
          <p:nvPr/>
        </p:nvSpPr>
        <p:spPr>
          <a:xfrm>
            <a:off x="381000" y="261938"/>
            <a:ext cx="3810000" cy="14287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37373"/>
              </a:buClr>
              <a:buSzPts val="500"/>
              <a:buFont typeface="JetBrains Mono"/>
              <a:buNone/>
            </a:pPr>
            <a:r>
              <a:rPr b="0" i="0" lang="en" sz="500" u="none" cap="none" strike="noStrike">
                <a:solidFill>
                  <a:srgbClr val="737373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KEY INSIGHT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" name="Google Shape;307;p27"/>
          <p:cNvSpPr/>
          <p:nvPr/>
        </p:nvSpPr>
        <p:spPr>
          <a:xfrm>
            <a:off x="4953000" y="261938"/>
            <a:ext cx="3810000" cy="14287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737373"/>
              </a:buClr>
              <a:buSzPts val="500"/>
              <a:buFont typeface="JetBrains Mono"/>
              <a:buNone/>
            </a:pPr>
            <a:r>
              <a:rPr b="0" i="0" lang="en" sz="500" u="none" cap="none" strike="noStrike">
                <a:solidFill>
                  <a:srgbClr val="737373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13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08" name="Google Shape;308;p27"/>
          <p:cNvCxnSpPr/>
          <p:nvPr/>
        </p:nvCxnSpPr>
        <p:spPr>
          <a:xfrm>
            <a:off x="381000" y="438150"/>
            <a:ext cx="8382000" cy="0"/>
          </a:xfrm>
          <a:prstGeom prst="straightConnector1">
            <a:avLst/>
          </a:prstGeom>
          <a:noFill/>
          <a:ln cap="flat" cmpd="sng" w="9525">
            <a:solidFill>
              <a:srgbClr val="E5E5E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09" name="Google Shape;309;p27"/>
          <p:cNvSpPr/>
          <p:nvPr/>
        </p:nvSpPr>
        <p:spPr>
          <a:xfrm>
            <a:off x="928688" y="762000"/>
            <a:ext cx="1428750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50000"/>
              </a:lnSpc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11300"/>
              <a:buFont typeface="Space Grotesk"/>
              <a:buNone/>
            </a:pPr>
            <a:r>
              <a:rPr b="1" i="0" lang="en" sz="11300" u="none" cap="none" strike="noStrike">
                <a:solidFill>
                  <a:srgbClr val="10B981"/>
                </a:solidFill>
                <a:latin typeface="Space Grotesk"/>
                <a:ea typeface="Space Grotesk"/>
                <a:cs typeface="Space Grotesk"/>
                <a:sym typeface="Space Grotesk"/>
              </a:rPr>
              <a:t>“</a:t>
            </a:r>
            <a:endParaRPr b="0" i="0" sz="1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" name="Google Shape;310;p27"/>
          <p:cNvSpPr/>
          <p:nvPr/>
        </p:nvSpPr>
        <p:spPr>
          <a:xfrm>
            <a:off x="928688" y="1571625"/>
            <a:ext cx="6858000" cy="24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171717"/>
              </a:buClr>
              <a:buSzPts val="3200"/>
              <a:buFont typeface="Space Grotesk"/>
              <a:buNone/>
            </a:pPr>
            <a:r>
              <a:rPr b="0" i="0" lang="en" sz="3200" u="none" cap="none" strike="noStrike">
                <a:solidFill>
                  <a:srgbClr val="171717"/>
                </a:solidFill>
                <a:latin typeface="Space Grotesk"/>
                <a:ea typeface="Space Grotesk"/>
                <a:cs typeface="Space Grotesk"/>
                <a:sym typeface="Space Grotesk"/>
              </a:rPr>
              <a:t>Placeholder content for the Wozku Master Template. This section will automatically populate once a Document is provided.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1" name="Google Shape;311;p27"/>
          <p:cNvSpPr/>
          <p:nvPr/>
        </p:nvSpPr>
        <p:spPr>
          <a:xfrm>
            <a:off x="928688" y="4314825"/>
            <a:ext cx="400050" cy="400050"/>
          </a:xfrm>
          <a:prstGeom prst="ellipse">
            <a:avLst/>
          </a:prstGeom>
          <a:solidFill>
            <a:srgbClr val="E5E5E5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2" name="Google Shape;312;p27"/>
          <p:cNvSpPr/>
          <p:nvPr/>
        </p:nvSpPr>
        <p:spPr>
          <a:xfrm>
            <a:off x="1447800" y="4343400"/>
            <a:ext cx="3333750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1717"/>
              </a:buClr>
              <a:buSzPts val="1000"/>
              <a:buFont typeface="Space Grotesk"/>
              <a:buNone/>
            </a:pPr>
            <a:r>
              <a:rPr b="1" i="0" lang="en" sz="1000" u="none" cap="none" strike="noStrike">
                <a:solidFill>
                  <a:srgbClr val="171717"/>
                </a:solidFill>
                <a:latin typeface="Space Grotesk"/>
                <a:ea typeface="Space Grotesk"/>
                <a:cs typeface="Space Grotesk"/>
                <a:sym typeface="Space Grotesk"/>
              </a:rPr>
              <a:t>Author Name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" name="Google Shape;313;p27"/>
          <p:cNvSpPr/>
          <p:nvPr/>
        </p:nvSpPr>
        <p:spPr>
          <a:xfrm>
            <a:off x="1447800" y="4552950"/>
            <a:ext cx="333375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37373"/>
              </a:buClr>
              <a:buSzPts val="700"/>
              <a:buFont typeface="JetBrains Mono"/>
              <a:buNone/>
            </a:pPr>
            <a:r>
              <a:rPr b="0" i="0" lang="en" sz="700" u="none" cap="none" strike="noStrike">
                <a:solidFill>
                  <a:srgbClr val="737373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Author Title Placeholder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" name="Google Shape;314;p27"/>
          <p:cNvSpPr/>
          <p:nvPr/>
        </p:nvSpPr>
        <p:spPr>
          <a:xfrm>
            <a:off x="304800" y="4914900"/>
            <a:ext cx="3333750" cy="1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3A3A3"/>
              </a:buClr>
              <a:buSzPts val="400"/>
              <a:buFont typeface="JetBrains Mono"/>
              <a:buNone/>
            </a:pPr>
            <a:r>
              <a:rPr b="0" i="0" lang="en" sz="400" u="none" cap="none" strike="noStrike">
                <a:solidFill>
                  <a:srgbClr val="A3A3A3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Featured Quote</a:t>
            </a:r>
            <a:endParaRPr b="0" i="0" sz="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" name="Google Shape;315;p27"/>
          <p:cNvSpPr/>
          <p:nvPr/>
        </p:nvSpPr>
        <p:spPr>
          <a:xfrm>
            <a:off x="5505450" y="4914900"/>
            <a:ext cx="3333750" cy="1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A3A3A3"/>
              </a:buClr>
              <a:buSzPts val="400"/>
              <a:buFont typeface="JetBrains Mono"/>
              <a:buNone/>
            </a:pPr>
            <a:r>
              <a:rPr b="0" i="0" lang="en" sz="400" u="none" cap="none" strike="noStrike">
                <a:solidFill>
                  <a:srgbClr val="A3A3A3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13 / 14</a:t>
            </a:r>
            <a:endParaRPr b="0" i="0" sz="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p28"/>
          <p:cNvSpPr/>
          <p:nvPr/>
        </p:nvSpPr>
        <p:spPr>
          <a:xfrm>
            <a:off x="381000" y="285750"/>
            <a:ext cx="952500" cy="142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400"/>
              <a:buFont typeface="JetBrains Mono"/>
              <a:buNone/>
            </a:pPr>
            <a:r>
              <a:rPr b="1" i="0" lang="en" sz="400" u="none" cap="none" strike="noStrike">
                <a:solidFill>
                  <a:srgbClr val="CCCCC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CLIENT LOGO</a:t>
            </a:r>
            <a:endParaRPr b="0" i="0" sz="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22" name="Google Shape;322;p28"/>
          <p:cNvCxnSpPr/>
          <p:nvPr/>
        </p:nvCxnSpPr>
        <p:spPr>
          <a:xfrm>
            <a:off x="666750" y="1762125"/>
            <a:ext cx="190500" cy="0"/>
          </a:xfrm>
          <a:prstGeom prst="straightConnector1">
            <a:avLst/>
          </a:prstGeom>
          <a:noFill/>
          <a:ln cap="flat" cmpd="sng" w="9525">
            <a:solidFill>
              <a:srgbClr val="10B98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23" name="Google Shape;323;p28"/>
          <p:cNvSpPr/>
          <p:nvPr/>
        </p:nvSpPr>
        <p:spPr>
          <a:xfrm>
            <a:off x="928688" y="1714500"/>
            <a:ext cx="4286250" cy="133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4D399"/>
              </a:buClr>
              <a:buSzPts val="500"/>
              <a:buFont typeface="JetBrains Mono"/>
              <a:buNone/>
            </a:pPr>
            <a:r>
              <a:rPr b="1" i="0" lang="en" sz="500" u="none" cap="none" strike="noStrike">
                <a:solidFill>
                  <a:srgbClr val="34D39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CONCLUSION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4" name="Google Shape;324;p28"/>
          <p:cNvSpPr/>
          <p:nvPr/>
        </p:nvSpPr>
        <p:spPr>
          <a:xfrm>
            <a:off x="666750" y="1976438"/>
            <a:ext cx="7620000" cy="133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800"/>
              <a:buFont typeface="Space Grotesk"/>
              <a:buNone/>
            </a:pPr>
            <a:r>
              <a:rPr b="1" i="0" lang="en" sz="6800" u="none" cap="none" strike="noStrike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Thank You.</a:t>
            </a:r>
            <a:endParaRPr b="0" i="0" sz="6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5" name="Google Shape;325;p28"/>
          <p:cNvSpPr/>
          <p:nvPr/>
        </p:nvSpPr>
        <p:spPr>
          <a:xfrm>
            <a:off x="666750" y="3333750"/>
            <a:ext cx="3810000" cy="9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200"/>
              <a:buFont typeface="Space Grotesk"/>
              <a:buNone/>
            </a:pPr>
            <a:r>
              <a:rPr b="0" i="0" lang="en" sz="1200" u="none" cap="none" strike="noStrike">
                <a:solidFill>
                  <a:srgbClr val="CCCCCC"/>
                </a:solidFill>
                <a:latin typeface="Space Grotesk"/>
                <a:ea typeface="Space Grotesk"/>
                <a:cs typeface="Space Grotesk"/>
                <a:sym typeface="Space Grotesk"/>
              </a:rPr>
              <a:t>Placeholder content for the Wozku Master Template. This section will automatically populate once a Document is provided.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6" name="Google Shape;326;p28"/>
          <p:cNvSpPr/>
          <p:nvPr/>
        </p:nvSpPr>
        <p:spPr>
          <a:xfrm>
            <a:off x="666750" y="4381500"/>
            <a:ext cx="76200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4D399"/>
              </a:buClr>
              <a:buSzPts val="600"/>
              <a:buFont typeface="JetBrains Mono"/>
              <a:buNone/>
            </a:pPr>
            <a:r>
              <a:rPr b="0" i="0" lang="en" sz="600" u="none" cap="none" strike="noStrike">
                <a:solidFill>
                  <a:srgbClr val="34D39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email@placeholder.com   @social_handle   www.domain.com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7" name="Google Shape;327;p28"/>
          <p:cNvSpPr/>
          <p:nvPr/>
        </p:nvSpPr>
        <p:spPr>
          <a:xfrm>
            <a:off x="304800" y="4914900"/>
            <a:ext cx="3333750" cy="1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3A3A3"/>
              </a:buClr>
              <a:buSzPts val="400"/>
              <a:buFont typeface="JetBrains Mono"/>
              <a:buNone/>
            </a:pPr>
            <a:r>
              <a:rPr b="0" i="0" lang="en" sz="400" u="none" cap="none" strike="noStrike">
                <a:solidFill>
                  <a:srgbClr val="A3A3A3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Exit / Thank You</a:t>
            </a:r>
            <a:endParaRPr b="0" i="0" sz="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8" name="Google Shape;328;p28"/>
          <p:cNvSpPr/>
          <p:nvPr/>
        </p:nvSpPr>
        <p:spPr>
          <a:xfrm>
            <a:off x="5505450" y="4914900"/>
            <a:ext cx="3333750" cy="1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A3A3A3"/>
              </a:buClr>
              <a:buSzPts val="400"/>
              <a:buFont typeface="JetBrains Mono"/>
              <a:buNone/>
            </a:pPr>
            <a:r>
              <a:rPr b="0" i="0" lang="en" sz="400" u="none" cap="none" strike="noStrike">
                <a:solidFill>
                  <a:srgbClr val="A3A3A3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14 / 14</a:t>
            </a:r>
            <a:endParaRPr b="0" i="0" sz="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